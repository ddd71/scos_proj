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theme16.xml" ContentType="application/vnd.openxmlformats-officedocument.theme+xml"/>
  <Override PartName="/ppt/slideMasters/slideMaster16.xml" ContentType="application/vnd.openxmlformats-officedocument.presentationml.slideMaster+xml"/>
  <Override PartName="/ppt/slideMasters/theme/theme17.xml" ContentType="application/vnd.openxmlformats-officedocument.theme+xml"/>
  <Override PartName="/ppt/slideMasters/slideMaster17.xml" ContentType="application/vnd.openxmlformats-officedocument.presentationml.slideMaster+xml"/>
  <Override PartName="/ppt/slideMasters/theme/theme18.xml" ContentType="application/vnd.openxmlformats-officedocument.theme+xml"/>
  <Override PartName="/ppt/slideMasters/slideMaster18.xml" ContentType="application/vnd.openxmlformats-officedocument.presentationml.slideMaster+xml"/>
  <Override PartName="/ppt/slideMasters/theme/theme19.xml" ContentType="application/vnd.openxmlformats-officedocument.theme+xml"/>
  <Override PartName="/ppt/slideMasters/slideMaster19.xml" ContentType="application/vnd.openxmlformats-officedocument.presentationml.slideMaster+xml"/>
  <Override PartName="/ppt/slideMasters/theme/theme20.xml" ContentType="application/vnd.openxmlformats-officedocument.theme+xml"/>
  <Override PartName="/ppt/slideMasters/slideMaster20.xml" ContentType="application/vnd.openxmlformats-officedocument.presentationml.slideMaster+xml"/>
  <Override PartName="/ppt/slideMasters/theme/theme21.xml" ContentType="application/vnd.openxmlformats-officedocument.theme+xml"/>
  <Override PartName="/ppt/slideMasters/slideMaster21.xml" ContentType="application/vnd.openxmlformats-officedocument.presentationml.slideMaster+xml"/>
  <Override PartName="/ppt/slideMasters/theme/theme22.xml" ContentType="application/vnd.openxmlformats-officedocument.theme+xml"/>
  <Override PartName="/ppt/slideMasters/slideMaster22.xml" ContentType="application/vnd.openxmlformats-officedocument.presentationml.slideMaster+xml"/>
  <Override PartName="/ppt/slideMasters/theme/theme23.xml" ContentType="application/vnd.openxmlformats-officedocument.theme+xml"/>
  <Override PartName="/ppt/slideMasters/slideMaster23.xml" ContentType="application/vnd.openxmlformats-officedocument.presentationml.slideMaster+xml"/>
  <Override PartName="/ppt/slideMasters/theme/theme24.xml" ContentType="application/vnd.openxmlformats-officedocument.theme+xml"/>
  <Override PartName="/ppt/slideMasters/slideMaster24.xml" ContentType="application/vnd.openxmlformats-officedocument.presentationml.slideMaster+xml"/>
  <Override PartName="/ppt/slideMasters/theme/theme25.xml" ContentType="application/vnd.openxmlformats-officedocument.theme+xml"/>
  <Override PartName="/ppt/slideMasters/slideMaster25.xml" ContentType="application/vnd.openxmlformats-officedocument.presentationml.slideMaster+xml"/>
  <Override PartName="/ppt/slideMasters/theme/theme2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b3afc8321f4976" /><Relationship Type="http://schemas.openxmlformats.org/officeDocument/2006/relationships/extended-properties" Target="/docProps/app.xml" Id="R24cce7495ec0472d" /><Relationship Type="http://schemas.openxmlformats.org/officeDocument/2006/relationships/officeDocument" Target="/ppt/presentation.xml" Id="Rffb208fda5d747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975570446945e6"/>
    <p:sldMasterId xmlns:r="http://schemas.openxmlformats.org/officeDocument/2006/relationships" id="2147483651" r:id="R8046d01ca976454c"/>
    <p:sldMasterId xmlns:r="http://schemas.openxmlformats.org/officeDocument/2006/relationships" id="2147483654" r:id="Rb32bebb9acbc4529"/>
    <p:sldMasterId xmlns:r="http://schemas.openxmlformats.org/officeDocument/2006/relationships" id="2147483657" r:id="R3feb0171085440d1"/>
    <p:sldMasterId xmlns:r="http://schemas.openxmlformats.org/officeDocument/2006/relationships" id="2147483660" r:id="Rfd5aef7aac694692"/>
    <p:sldMasterId xmlns:r="http://schemas.openxmlformats.org/officeDocument/2006/relationships" id="2147483663" r:id="Rbf1fdeb89dc84838"/>
    <p:sldMasterId xmlns:r="http://schemas.openxmlformats.org/officeDocument/2006/relationships" id="2147483666" r:id="R9a2b9adfa5e3461d"/>
    <p:sldMasterId xmlns:r="http://schemas.openxmlformats.org/officeDocument/2006/relationships" id="2147483669" r:id="R3f0d827425de40a2"/>
    <p:sldMasterId xmlns:r="http://schemas.openxmlformats.org/officeDocument/2006/relationships" id="2147483672" r:id="R8f29a7c6f0744c4c"/>
    <p:sldMasterId xmlns:r="http://schemas.openxmlformats.org/officeDocument/2006/relationships" id="2147483675" r:id="R073ce8e01c754a2b"/>
    <p:sldMasterId xmlns:r="http://schemas.openxmlformats.org/officeDocument/2006/relationships" id="2147483678" r:id="R95c56b1d5a7d4676"/>
    <p:sldMasterId xmlns:r="http://schemas.openxmlformats.org/officeDocument/2006/relationships" id="2147483681" r:id="R976a0853977c4206"/>
    <p:sldMasterId xmlns:r="http://schemas.openxmlformats.org/officeDocument/2006/relationships" id="2147483684" r:id="R1d293c9a6a2c4c8e"/>
    <p:sldMasterId xmlns:r="http://schemas.openxmlformats.org/officeDocument/2006/relationships" id="2147483687" r:id="Ra23dc73a04e44129"/>
    <p:sldMasterId xmlns:r="http://schemas.openxmlformats.org/officeDocument/2006/relationships" id="2147483690" r:id="R0cd8ff8c444a4b8f"/>
    <p:sldMasterId xmlns:r="http://schemas.openxmlformats.org/officeDocument/2006/relationships" id="2147483693" r:id="Re18dca7f493746e3"/>
    <p:sldMasterId xmlns:r="http://schemas.openxmlformats.org/officeDocument/2006/relationships" id="2147483696" r:id="R82bc4f1e4a934924"/>
    <p:sldMasterId xmlns:r="http://schemas.openxmlformats.org/officeDocument/2006/relationships" id="2147483699" r:id="R4f521d3d8f62470b"/>
    <p:sldMasterId xmlns:r="http://schemas.openxmlformats.org/officeDocument/2006/relationships" id="2147483702" r:id="R776fb2c9a5e144b7"/>
    <p:sldMasterId xmlns:r="http://schemas.openxmlformats.org/officeDocument/2006/relationships" id="2147483705" r:id="R7b6ee025f55e41b4"/>
    <p:sldMasterId xmlns:r="http://schemas.openxmlformats.org/officeDocument/2006/relationships" id="2147483708" r:id="R503da36fc9f84d24"/>
    <p:sldMasterId xmlns:r="http://schemas.openxmlformats.org/officeDocument/2006/relationships" id="2147483711" r:id="Rc785c5b0b89d4600"/>
    <p:sldMasterId xmlns:r="http://schemas.openxmlformats.org/officeDocument/2006/relationships" id="2147483721" r:id="R5d553383da504408"/>
    <p:sldMasterId xmlns:r="http://schemas.openxmlformats.org/officeDocument/2006/relationships" id="2147483724" r:id="R3034d8d2f60e4cf2"/>
    <p:sldMasterId xmlns:r="http://schemas.openxmlformats.org/officeDocument/2006/relationships" id="2147483727" r:id="R8360678544374965"/>
  </p:sldMasterIdLst>
  <p:notesMasterIdLst>
    <p:notesMasterId xmlns:r="http://schemas.openxmlformats.org/officeDocument/2006/relationships" r:id="R8f02cb069cab4e78"/>
  </p:notesMasterIdLst>
  <p:sldIdLst>
    <p:sldId xmlns:r="http://schemas.openxmlformats.org/officeDocument/2006/relationships" id="256" r:id="Rfb190becd87f4dd7"/>
    <p:sldId xmlns:r="http://schemas.openxmlformats.org/officeDocument/2006/relationships" id="257" r:id="Rc6c52188c4d2467c"/>
    <p:sldId xmlns:r="http://schemas.openxmlformats.org/officeDocument/2006/relationships" id="258" r:id="R5899096e31ca4d62"/>
    <p:sldId xmlns:r="http://schemas.openxmlformats.org/officeDocument/2006/relationships" id="259" r:id="R8b9261380a824c78"/>
    <p:sldId xmlns:r="http://schemas.openxmlformats.org/officeDocument/2006/relationships" id="260" r:id="Raedaa553f955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3d0ad0ed4479e" /><Relationship Type="http://schemas.openxmlformats.org/officeDocument/2006/relationships/slideMaster" Target="/ppt/slideMasters/slideMaster1.xml" Id="R29975570446945e6" /><Relationship Type="http://schemas.openxmlformats.org/officeDocument/2006/relationships/slideMaster" Target="/ppt/slideMasters/slideMaster2.xml" Id="R8046d01ca976454c" /><Relationship Type="http://schemas.openxmlformats.org/officeDocument/2006/relationships/slideMaster" Target="/ppt/slideMasters/slideMaster3.xml" Id="Rb32bebb9acbc4529" /><Relationship Type="http://schemas.openxmlformats.org/officeDocument/2006/relationships/slideMaster" Target="/ppt/slideMasters/slideMaster4.xml" Id="R3feb0171085440d1" /><Relationship Type="http://schemas.openxmlformats.org/officeDocument/2006/relationships/slideMaster" Target="/ppt/slideMasters/slideMaster5.xml" Id="Rfd5aef7aac694692" /><Relationship Type="http://schemas.openxmlformats.org/officeDocument/2006/relationships/slideMaster" Target="/ppt/slideMasters/slideMaster6.xml" Id="Rbf1fdeb89dc84838" /><Relationship Type="http://schemas.openxmlformats.org/officeDocument/2006/relationships/slideMaster" Target="/ppt/slideMasters/slideMaster7.xml" Id="R9a2b9adfa5e3461d" /><Relationship Type="http://schemas.openxmlformats.org/officeDocument/2006/relationships/slideMaster" Target="/ppt/slideMasters/slideMaster8.xml" Id="R3f0d827425de40a2" /><Relationship Type="http://schemas.openxmlformats.org/officeDocument/2006/relationships/slideMaster" Target="/ppt/slideMasters/slideMaster9.xml" Id="R8f29a7c6f0744c4c" /><Relationship Type="http://schemas.openxmlformats.org/officeDocument/2006/relationships/slideMaster" Target="/ppt/slideMasters/slideMaster10.xml" Id="R073ce8e01c754a2b" /><Relationship Type="http://schemas.openxmlformats.org/officeDocument/2006/relationships/slideMaster" Target="/ppt/slideMasters/slideMaster11.xml" Id="R95c56b1d5a7d4676" /><Relationship Type="http://schemas.openxmlformats.org/officeDocument/2006/relationships/slideMaster" Target="/ppt/slideMasters/slideMaster12.xml" Id="R976a0853977c4206" /><Relationship Type="http://schemas.openxmlformats.org/officeDocument/2006/relationships/slideMaster" Target="/ppt/slideMasters/slideMaster13.xml" Id="R1d293c9a6a2c4c8e" /><Relationship Type="http://schemas.openxmlformats.org/officeDocument/2006/relationships/slideMaster" Target="/ppt/slideMasters/slideMaster14.xml" Id="Ra23dc73a04e44129" /><Relationship Type="http://schemas.openxmlformats.org/officeDocument/2006/relationships/slideMaster" Target="/ppt/slideMasters/slideMaster15.xml" Id="R0cd8ff8c444a4b8f" /><Relationship Type="http://schemas.openxmlformats.org/officeDocument/2006/relationships/slideMaster" Target="/ppt/slideMasters/slideMaster16.xml" Id="Re18dca7f493746e3" /><Relationship Type="http://schemas.openxmlformats.org/officeDocument/2006/relationships/slideMaster" Target="/ppt/slideMasters/slideMaster17.xml" Id="R82bc4f1e4a934924" /><Relationship Type="http://schemas.openxmlformats.org/officeDocument/2006/relationships/slideMaster" Target="/ppt/slideMasters/slideMaster18.xml" Id="R4f521d3d8f62470b" /><Relationship Type="http://schemas.openxmlformats.org/officeDocument/2006/relationships/slideMaster" Target="/ppt/slideMasters/slideMaster19.xml" Id="R776fb2c9a5e144b7" /><Relationship Type="http://schemas.openxmlformats.org/officeDocument/2006/relationships/slideMaster" Target="/ppt/slideMasters/slideMaster20.xml" Id="R7b6ee025f55e41b4" /><Relationship Type="http://schemas.openxmlformats.org/officeDocument/2006/relationships/slideMaster" Target="/ppt/slideMasters/slideMaster21.xml" Id="R503da36fc9f84d24" /><Relationship Type="http://schemas.openxmlformats.org/officeDocument/2006/relationships/slideMaster" Target="/ppt/slideMasters/slideMaster22.xml" Id="Rc785c5b0b89d4600" /><Relationship Type="http://schemas.openxmlformats.org/officeDocument/2006/relationships/slideMaster" Target="/ppt/slideMasters/slideMaster23.xml" Id="R5d553383da504408" /><Relationship Type="http://schemas.openxmlformats.org/officeDocument/2006/relationships/slideMaster" Target="/ppt/slideMasters/slideMaster24.xml" Id="R3034d8d2f60e4cf2" /><Relationship Type="http://schemas.openxmlformats.org/officeDocument/2006/relationships/slideMaster" Target="/ppt/slideMasters/slideMaster25.xml" Id="R8360678544374965" /><Relationship Type="http://schemas.openxmlformats.org/officeDocument/2006/relationships/notesMaster" Target="/ppt/notesMasters/notesMaster1.xml" Id="R8f02cb069cab4e78" /><Relationship Type="http://schemas.openxmlformats.org/officeDocument/2006/relationships/presProps" Target="/ppt/presProps.xml" Id="R76d7e3845d064a48" /><Relationship Type="http://schemas.openxmlformats.org/officeDocument/2006/relationships/viewProps" Target="/ppt/viewProps.xml" Id="Rd834532535f240b9" /><Relationship Type="http://schemas.openxmlformats.org/officeDocument/2006/relationships/tableStyles" Target="/ppt/tableStyles.xml" Id="Rb6cb27d2ffc74d62" /><Relationship Type="http://schemas.openxmlformats.org/officeDocument/2006/relationships/slide" Target="/ppt/slides/slide1.xml" Id="Rfb190becd87f4dd7" /><Relationship Type="http://schemas.openxmlformats.org/officeDocument/2006/relationships/slide" Target="/ppt/slides/slide2.xml" Id="Rc6c52188c4d2467c" /><Relationship Type="http://schemas.openxmlformats.org/officeDocument/2006/relationships/slide" Target="/ppt/slides/slide3.xml" Id="R5899096e31ca4d62" /><Relationship Type="http://schemas.openxmlformats.org/officeDocument/2006/relationships/slide" Target="/ppt/slides/slide4.xml" Id="R8b9261380a824c78" /><Relationship Type="http://schemas.openxmlformats.org/officeDocument/2006/relationships/slide" Target="/ppt/slides/slide5.xml" Id="Raedaa553f955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7.xml" Id="Rc912beb7094c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7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cbe3df5b14eb1" /><Relationship Type="http://schemas.openxmlformats.org/officeDocument/2006/relationships/notesMaster" Target="/ppt/notesMasters/notesMaster1.xml" Id="Rae42f6fe42314d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48a3c7ee1f40d7" /><Relationship Type="http://schemas.openxmlformats.org/officeDocument/2006/relationships/notesMaster" Target="/ppt/notesMasters/notesMaster1.xml" Id="Rde01fae66392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5a7c77cb894cfd" /><Relationship Type="http://schemas.openxmlformats.org/officeDocument/2006/relationships/notesMaster" Target="/ppt/notesMasters/notesMaster1.xml" Id="Rca92a7462c8746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f5dd8e13ba4e33" /><Relationship Type="http://schemas.openxmlformats.org/officeDocument/2006/relationships/notesMaster" Target="/ppt/notesMasters/notesMaster1.xml" Id="R5875f8f9a15c43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0ffa7d71c346cd" /><Relationship Type="http://schemas.openxmlformats.org/officeDocument/2006/relationships/notesMaster" Target="/ppt/notesMasters/notesMaster1.xml" Id="R97d9ddb0c6ef4b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库存优化模块/库存优化模块技术方案.md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关键业务流程/库存优化模块关键业务流程_assets/库存优化模块关键业务流程_业务蓝图版.md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采购优化模块/采购优化模块技术方案.md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关键业务流程/采购优化模块关键业务流程_assets/采购优化模块关键业务流程_业务蓝图版.md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- 3-业务蓝图-终态/业务总图/SCOS业务总图20260821_v0.1.vsdx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- 0-raw-原始会议资料/20260824-成本核算调研.md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关键业务流程/驾驶舱模块关键业务流程_assets/驾驶舱模块关键业务流程_业务蓝图版.md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- 3-业务蓝图-终态/业务总图/SCOS业务总图20260821_v0.1.vsdx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库存优化模块/库存优化模块技术方案.md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采购优化模块/采购优化模块技术方案.md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fe38eb17346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62424b00f403f" /><Relationship Type="http://schemas.openxmlformats.org/officeDocument/2006/relationships/image" Target="/ppt/media/image.png" Id="R77f8873cb4a44a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60a25fbf7747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2c218b898444fb" /><Relationship Type="http://schemas.openxmlformats.org/officeDocument/2006/relationships/image" Target="/ppt/media/image.png" Id="Rbbe52f9ead4240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f7ecc84f4b44b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9d6eae7750f4e3c" /><Relationship Type="http://schemas.openxmlformats.org/officeDocument/2006/relationships/image" Target="/ppt/media/image.png" Id="Rc95c7068587a41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d68bb8e75e949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e6c2581d42f4af0" /><Relationship Type="http://schemas.openxmlformats.org/officeDocument/2006/relationships/image" Target="/ppt/media/image.png" Id="R7c00031d09a64fe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55fa18383c940f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cbcf899f72d248f8" /><Relationship Type="http://schemas.openxmlformats.org/officeDocument/2006/relationships/image" Target="/ppt/media/image.png" Id="Ra42c0e059c0844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5504bb7a70224cf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f85331589ad74fd2" /><Relationship Type="http://schemas.openxmlformats.org/officeDocument/2006/relationships/image" Target="/ppt/media/image.png" Id="Ra719c777e7484b8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8394d6be57f54e8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ad4985c047e34842" /><Relationship Type="http://schemas.openxmlformats.org/officeDocument/2006/relationships/image" Target="/ppt/media/image.png" Id="R69ed0edee7b541d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0c21707817fc4b7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f0e88e691d5948f0" /><Relationship Type="http://schemas.openxmlformats.org/officeDocument/2006/relationships/image" Target="/ppt/media/image.png" Id="Rbe5c457889ef497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3d1d25edbfe94e7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adb41dea37294e96" /><Relationship Type="http://schemas.openxmlformats.org/officeDocument/2006/relationships/image" Target="/ppt/media/image.png" Id="R12ecf3a02ceb424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2bea5e4a6bad49a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53c7cae2e28849cc" /><Relationship Type="http://schemas.openxmlformats.org/officeDocument/2006/relationships/image" Target="/ppt/media/image.png" Id="R6bd67b3350a04e4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936c94c98f1d45d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0159300f4f6c4464" /><Relationship Type="http://schemas.openxmlformats.org/officeDocument/2006/relationships/image" Target="/ppt/media/image.png" Id="Rc7f14cf6eca6433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0868cb07462d405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c4504e6bea494513" /><Relationship Type="http://schemas.openxmlformats.org/officeDocument/2006/relationships/image" Target="/ppt/media/image.png" Id="Re55d1141d7664ad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4dc4c2e6abd34a0b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ccc57565a2be47c9" /><Relationship Type="http://schemas.openxmlformats.org/officeDocument/2006/relationships/image" Target="/ppt/media/image.png" Id="R84fb86e07cac402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55b4c42fa3db455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389882288e7a4ca6" /><Relationship Type="http://schemas.openxmlformats.org/officeDocument/2006/relationships/image" Target="/ppt/media/image.png" Id="Ra524d735f4d3490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7b3c22c7837e48ef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fb0cc5d5f6c34106" /><Relationship Type="http://schemas.openxmlformats.org/officeDocument/2006/relationships/image" Target="/ppt/media/image.png" Id="R1777051174a14b7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6.xml" Id="R8b0f5035634f4e6f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6.xml" Id="R7ed2b77bfe4e431e" /><Relationship Type="http://schemas.openxmlformats.org/officeDocument/2006/relationships/image" Target="/ppt/media/image.png" Id="Rd56f5bab91934e1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68b1a8e7e53a4275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c857f2327bd94c25" /><Relationship Type="http://schemas.openxmlformats.org/officeDocument/2006/relationships/image" Target="/ppt/media/image.png" Id="Re4a49d1d9ce346a9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5138cab578124776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d5a57e38e7634a30" /><Relationship Type="http://schemas.openxmlformats.org/officeDocument/2006/relationships/image" Target="/ppt/media/image.png" Id="R2e7513de50e043b1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9.xml" Id="R156191358777407b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9.xml" Id="Ra7f745b75e664eb0" /><Relationship Type="http://schemas.openxmlformats.org/officeDocument/2006/relationships/image" Target="/ppt/media/image.png" Id="R96b7807bd36246c4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0.xml" Id="Re9220932ac36410d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0.xml" Id="R89a460eb4dcd42c0" /><Relationship Type="http://schemas.openxmlformats.org/officeDocument/2006/relationships/image" Target="/ppt/media/image.png" Id="Ref2b58e06e604a4f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1.xml" Id="R549266312f8a46a7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1.xml" Id="Recbc1d9114d24e67" /><Relationship Type="http://schemas.openxmlformats.org/officeDocument/2006/relationships/image" Target="/ppt/media/image.png" Id="R061376f9842d4b49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c43328065452418c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38c8746ccc774c26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bd16b72681f54163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8c08393010d44b53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1344da6ae35c4234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0909f11d617e47c0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22dd2833a1534201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693c1aef4f8145dd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217f922bd4394cb3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3.xml" Id="Rdad76c744ef040cd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3.xml" Id="R030ec2fe1b9c4cd0" /><Relationship Type="http://schemas.openxmlformats.org/officeDocument/2006/relationships/image" Target="/ppt/media/image.png" Id="R967400404a5347f9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4.xml" Id="R68070d1c491041e2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4.xml" Id="R850f25b6cd424417" /><Relationship Type="http://schemas.openxmlformats.org/officeDocument/2006/relationships/image" Target="/ppt/media/image.png" Id="R30228167e3134e3e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5.xml" Id="Ra305b18eb2184cfd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5.xml" Id="Rae7975b2882c4086" /><Relationship Type="http://schemas.openxmlformats.org/officeDocument/2006/relationships/image" Target="/ppt/media/image.png" Id="R9dab03773e2d4a4b" /></Relationships>
</file>

<file path=ppt/slideLayouts/slideLayout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3C65E4F-DC45-4D04-A46E-3AAD0A476F0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CBDC0ED8-64A5-4B4B-B00B-B4E4746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8873cb4a44a3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38CD408-AF0C-42E3-8F48-69BCF2F1A96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DEAC2529-EC8D-4C55-9679-D6719577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52f9ead42406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7F1BFCF-D539-4285-A677-9CF4AF3E76D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10712129-896A-4811-95E4-13B20DA4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c7068587a41e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A97C79-9F4C-4F80-978C-4E0C53021FF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E62200AA-A35D-4DC7-9995-F59A1316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0031d09a64fe0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776FE1-1323-4A1E-8CFA-576D4EF0C7A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0FF169E-9AB9-452A-9829-FD01EEA2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c0e059c084428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D6ACCD3-4690-4A5D-8331-87137A28832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4B9B2ED8-6D47-46B1-8CD5-0649332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9c777e7484b8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8B710DD-4A06-41E1-945A-BDAC8E8EFD0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B457BF7B-79E7-4D3D-9F30-1BA67660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d0edee7b541d6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79834CA-42E1-4BA1-B6A1-88695D266DE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02BD23CC-1DD0-4580-BC06-41D7357E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c457889ef4978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8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DF9DEFC-44E6-4A2D-B63E-FC48E8A9448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FD3636E8-B343-43F1-9729-573DF03C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cf3a02ceb4240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9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0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18E65E1-19DC-4DC5-93D9-A88AA10F62E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1F2E7A87-0C3D-46AA-8991-FFFF5CA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67b3350a04e4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0CFC13F-7A59-4425-8C76-69C05ACC481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1824432E-7792-460E-A399-A4E09126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14cf6eca6433c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8439F6A-6391-4DC8-BA60-D7658C49D90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C0476BA-21B4-4814-80CF-D47980CB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d1141d7664adb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6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A8DF659-A492-4812-8E2E-5BD98FC97E6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9A29CD71-F037-43BD-9ABE-4CB89CEB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b86e07cac402c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7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8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66D853-1754-4AF8-8FE7-3FF82882D214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E4F1ACEB-1E51-4A54-8539-B9B5A715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4d735f4d3490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9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0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EF3C013-C47B-4AEC-AD8F-6F84DBB77A7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EF857FB5-44B2-4EC6-B27F-D646B4E0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051174a14b7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3142A17-5F4B-4388-987D-CD2852B2D42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40C1B9E-44CB-4FC3-B47C-B2AFE202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f5bab91934e1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9FB09DA-86C0-4D57-B391-AE685CD7C5F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16015FB7-294B-4A00-8A5A-D8AA533D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49d1d9ce346a9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6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1066A5A-F2A5-49A7-815B-CA60F22D03C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9428127A-6528-49FD-BECC-E27F80C2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513de50e043b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7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8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9F98176-0A43-40DF-9364-53FA39A3877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70D19EEC-3BEE-481D-ABC4-DCCA89D7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7807bd36246c4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9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0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137C4C4-4D52-428E-AB2D-2504E2D4AF6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67EB419-B455-4AEE-B56B-43818A8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b58e06e604a4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821F7C-D059-40BB-A8B2-380273BC1BC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BAD820AC-1536-4641-BF16-904C152E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376f9842d4b49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3.xml><?xml version="1.0" encoding="utf-8"?>
<p:sldLayout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4779CAF-396F-4BD1-82E8-D842EE7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BD0BCB-2CAB-4055-9FCF-6FB1B81EB79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60401" y="1512888"/>
            <a:ext cx="7913565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 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DE33DE2-5CDB-459E-BE17-B681A07CBC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60401" y="3992563"/>
            <a:ext cx="7913565" cy="9318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8E61DF32-A98E-42E2-8FB2-945FD7D26B8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67649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r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 algn="r">
              <a:spcBef>
                <a:spcPct val="0"/>
              </a:spcBef>
              <a:buNone/>
            </a:pPr>
            <a:r>
              <a:t>Speaker name and title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91BE18DB-AD1B-4C1C-A724-D8102D095A1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3100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l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OfficePLUS</a:t>
            </a:r>
            <a:endParaRPr/>
          </a:p>
        </p:txBody>
      </p:sp>
    </p:spTree>
  </p:cSld>
</p:sldLayout>
</file>

<file path=ppt/slideLayouts/slideLayout44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0B8B73AD-00E3-4108-9D19-BA9639C1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4169" y="5676332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BA8CA25F-8769-441F-8EB5-B279FDFA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97579" y="4512922"/>
            <a:ext cx="4690154" cy="4690154"/>
          </a:xfrm>
          <a:prstGeom xmlns:a="http://schemas.openxmlformats.org/drawingml/2006/main" prst="arc">
            <a:avLst>
              <a:gd name="adj1" fmla="val 12847544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弧形 5">
            <a:extLst xmlns:a="http://schemas.openxmlformats.org/drawingml/2006/main">
              <a:ext uri="{FF2B5EF4-FFF2-40B4-BE49-F238E27FC236}">
                <a16:creationId xmlns:a16="http://schemas.microsoft.com/office/drawing/2014/main" id="{C69B7102-9B59-4606-B7AF-BDF7973A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0" flipV="0">
            <a:off x="-2998951" y="3411550"/>
            <a:ext cx="6892898" cy="6892898"/>
          </a:xfrm>
          <a:prstGeom xmlns:a="http://schemas.openxmlformats.org/drawingml/2006/main" prst="arc">
            <a:avLst>
              <a:gd name="adj1" fmla="val 11885142"/>
              <a:gd name="adj2" fmla="val 18112891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7" name="弧形 6">
            <a:extLst xmlns:a="http://schemas.openxmlformats.org/drawingml/2006/main">
              <a:ext uri="{FF2B5EF4-FFF2-40B4-BE49-F238E27FC236}">
                <a16:creationId xmlns:a16="http://schemas.microsoft.com/office/drawing/2014/main" id="{724D41D0-41F8-4794-923F-12B21EB8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-4411160" y="1999341"/>
            <a:ext cx="9717317" cy="9717317"/>
          </a:xfrm>
          <a:prstGeom xmlns:a="http://schemas.openxmlformats.org/drawingml/2006/main" prst="arc">
            <a:avLst>
              <a:gd name="adj1" fmla="val 885225"/>
              <a:gd name="adj2" fmla="val 7131830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6071115D-76B6-4036-8D5C-E913B50C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0" flipV="0">
            <a:off x="-5935416" y="475085"/>
            <a:ext cx="12765829" cy="12765829"/>
          </a:xfrm>
          <a:prstGeom xmlns:a="http://schemas.openxmlformats.org/drawingml/2006/main" prst="arc">
            <a:avLst>
              <a:gd name="adj1" fmla="val 12663326"/>
              <a:gd name="adj2" fmla="val 1898460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8B1E0F68-1B9B-4C90-94FF-84C3C2EC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0332" y="-762568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弧形 18">
            <a:extLst xmlns:a="http://schemas.openxmlformats.org/drawingml/2006/main">
              <a:ext uri="{FF2B5EF4-FFF2-40B4-BE49-F238E27FC236}">
                <a16:creationId xmlns:a16="http://schemas.microsoft.com/office/drawing/2014/main" id="{23D56134-E26C-45A2-9B42-B46A02B1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93598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弧形 19">
            <a:extLst xmlns:a="http://schemas.openxmlformats.org/drawingml/2006/main">
              <a:ext uri="{FF2B5EF4-FFF2-40B4-BE49-F238E27FC236}">
                <a16:creationId xmlns:a16="http://schemas.microsoft.com/office/drawing/2014/main" id="{3E1F9A9D-E1C1-4042-85B5-AEC47D76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11969093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弧形 20">
            <a:extLst xmlns:a="http://schemas.openxmlformats.org/drawingml/2006/main">
              <a:ext uri="{FF2B5EF4-FFF2-40B4-BE49-F238E27FC236}">
                <a16:creationId xmlns:a16="http://schemas.microsoft.com/office/drawing/2014/main" id="{BA6BFD18-CE60-425B-A3D2-A5A2D42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8745550" y="-3027350"/>
            <a:ext cx="6892898" cy="6892898"/>
          </a:xfrm>
          <a:prstGeom xmlns:a="http://schemas.openxmlformats.org/drawingml/2006/main" prst="arc">
            <a:avLst>
              <a:gd name="adj1" fmla="val 11997002"/>
              <a:gd name="adj2" fmla="val 18351143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6" name="弧形 15">
            <a:extLst xmlns:a="http://schemas.openxmlformats.org/drawingml/2006/main">
              <a:ext uri="{FF2B5EF4-FFF2-40B4-BE49-F238E27FC236}">
                <a16:creationId xmlns:a16="http://schemas.microsoft.com/office/drawing/2014/main" id="{8A1E153B-8E42-4747-B9E5-A0E0050B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7333341" y="-4439559"/>
            <a:ext cx="9717317" cy="9717317"/>
          </a:xfrm>
          <a:prstGeom xmlns:a="http://schemas.openxmlformats.org/drawingml/2006/main" prst="arc">
            <a:avLst>
              <a:gd name="adj1" fmla="val 11968596"/>
              <a:gd name="adj2" fmla="val 1813159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8437D89-D003-4DDD-80F9-58C1304CC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57448" y="3015885"/>
            <a:ext cx="5677105" cy="693823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23AE65C-FC47-4A7E-A59D-A7E1EE9AF97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257448" y="3736693"/>
            <a:ext cx="5677105" cy="9657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1C608EA7-C84B-4CDD-A250-029DF590D2F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71003" y="367812"/>
            <a:ext cx="1043876" cy="830164"/>
          </a:xfr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</p:spTree>
  </p:cSld>
</p:sldLayout>
</file>

<file path=ppt/slideLayouts/slideLayout4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日期占位符 5">
            <a:extLst xmlns:a="http://schemas.openxmlformats.org/drawingml/2006/main">
              <a:ext uri="{FF2B5EF4-FFF2-40B4-BE49-F238E27FC236}">
                <a16:creationId xmlns:a16="http://schemas.microsoft.com/office/drawing/2014/main" id="{8648C5CF-CB73-47B1-9E8F-B3F65D12A3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96E93F1C-6774-414B-9AD1-6715ED6EFE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8" name="灯片编号占位符 7">
            <a:extLst xmlns:a="http://schemas.openxmlformats.org/drawingml/2006/main">
              <a:ext uri="{FF2B5EF4-FFF2-40B4-BE49-F238E27FC236}">
                <a16:creationId xmlns:a16="http://schemas.microsoft.com/office/drawing/2014/main" id="{69CC8019-56D3-49A8-9AB4-67CA652E32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983A62E8-0B51-4B9B-98BE-0BD8D3D0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318" y="0"/>
            <a:ext cx="684" cy="13546"/>
          </a:xfrm>
          <a:custGeom xmlns:a="http://schemas.openxmlformats.org/drawingml/2006/main"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4015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 sz="1800">
              <a:solidFill>
                <a:schemeClr val="tx1"/>
              </a:solidFill>
            </a:endParaRPr>
          </a:p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98F5A55A-8FB4-4491-858C-9818F81F32F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69100" y="5255017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Signature</a:t>
            </a:r>
            <a:endParaRPr/>
          </a:p>
        </p:txBody>
      </p:sp>
      <p:sp>
        <p:nvSpPr>
          <p:cNvPr id="27" name="文本占位符 26">
            <a:extLst xmlns:a="http://schemas.openxmlformats.org/drawingml/2006/main">
              <a:ext uri="{FF2B5EF4-FFF2-40B4-BE49-F238E27FC236}">
                <a16:creationId xmlns:a16="http://schemas.microsoft.com/office/drawing/2014/main" id="{3D04ECFF-F4F0-440C-9B8B-5BEC62FF8AA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769100" y="5513549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7DEA02A-34D3-4B25-BCA5-AD62D0C78A4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69100" y="3247008"/>
            <a:ext cx="4843552" cy="11376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 xmlns:a="http://schemas.openxmlformats.org/drawingml/2006/main">
            <a:pPr lvl="0">
              <a:buNone/>
            </a:pPr>
            <a:r>
              <a:t>Thank you</a:t>
            </a:r>
            <a:endParaRPr/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DF67BFE1-9AE8-40A8-B4B2-38FA8F53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8207422" y="2065340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弧形 12">
            <a:extLst xmlns:a="http://schemas.openxmlformats.org/drawingml/2006/main">
              <a:ext uri="{FF2B5EF4-FFF2-40B4-BE49-F238E27FC236}">
                <a16:creationId xmlns:a16="http://schemas.microsoft.com/office/drawing/2014/main" id="{0B539687-176A-4820-9B9F-1F65B5FB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14615283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弧形 13">
            <a:extLst xmlns:a="http://schemas.openxmlformats.org/drawingml/2006/main">
              <a:ext uri="{FF2B5EF4-FFF2-40B4-BE49-F238E27FC236}">
                <a16:creationId xmlns:a16="http://schemas.microsoft.com/office/drawing/2014/main" id="{FB6F9671-F266-421B-832C-35845BFB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5884870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弧形 14">
            <a:extLst xmlns:a="http://schemas.openxmlformats.org/drawingml/2006/main">
              <a:ext uri="{FF2B5EF4-FFF2-40B4-BE49-F238E27FC236}">
                <a16:creationId xmlns:a16="http://schemas.microsoft.com/office/drawing/2014/main" id="{CECC26F3-FDB4-4D89-A858-63B749A1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1003651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B21CC66E-43E1-4442-82E2-D195E642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7964632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6"/>
                </a:gs>
                <a:gs pos="100000">
                  <a:schemeClr val="accent6">
                    <a:alpha val="50000"/>
                  </a:schemeClr>
                </a:gs>
              </a:gsLst>
              <a:lin ang="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弧形 8">
            <a:extLst xmlns:a="http://schemas.openxmlformats.org/drawingml/2006/main">
              <a:ext uri="{FF2B5EF4-FFF2-40B4-BE49-F238E27FC236}">
                <a16:creationId xmlns:a16="http://schemas.microsoft.com/office/drawing/2014/main" id="{190CCDAE-D274-4A29-99EA-663A7081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4530431" y="-1611651"/>
            <a:ext cx="9717317" cy="9717317"/>
          </a:xfrm>
          <a:prstGeom xmlns:a="http://schemas.openxmlformats.org/drawingml/2006/main" prst="arc">
            <a:avLst>
              <a:gd name="adj1" fmla="val 11003651"/>
              <a:gd name="adj2" fmla="val 17440526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2F13406D-3C32-42DE-8467-829EB8D6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1" flipV="0">
            <a:off x="-13006175" y="-3135907"/>
            <a:ext cx="12765829" cy="12765829"/>
          </a:xfrm>
          <a:prstGeom xmlns:a="http://schemas.openxmlformats.org/drawingml/2006/main" prst="arc">
            <a:avLst>
              <a:gd name="adj1" fmla="val 2152946"/>
              <a:gd name="adj2" fmla="val 6967338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</p:spTree>
  </p:cSld>
</p:sldLayout>
</file>

<file path=ppt/slideLayouts/slideLayout4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C98C778-7E34-482D-B0E0-632AD6DE2E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6BF885F-2AE8-470D-B08A-C72C964207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4C4ED0D-8324-441C-8366-184654563F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8.xml><?xml version="1.0" encoding="utf-8"?>
<p:sldLayout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9.xml><?xml version="1.0" encoding="utf-8"?>
<p:sldLayout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550425B-6FEC-4E96-9FDC-63AE3569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585" y="2071370"/>
            <a:ext cx="3098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>
              <a:solidFill>
                <a:schemeClr val="bg1"/>
              </a:solidFill>
            </a:endParaRPr>
          </a:p>
        </p:txBody>
      </p:sp>
    </p:spTree>
  </p:cSld>
</p:sldLayout>
</file>

<file path=ppt/slideLayouts/slideLayout50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1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3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D2A2FD0-3B1B-4669-9A2F-F0C81CBC72C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18532AEE-DFB8-4B8F-889C-9508FA9C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400404a5347f9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570C315-B6CF-4F27-99CE-A2CD2DAD758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412FFA8-B7AB-4A4A-ACB2-DA98579C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28167e3134e3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6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7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87CAAC8-D0D2-417D-AA11-DED0B42B33C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35A30A69-5876-4E3C-B6E8-0F493FF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b03773e2d4a4b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beafa742f64fb5" /><Relationship Type="http://schemas.openxmlformats.org/officeDocument/2006/relationships/slideLayout" Target="/ppt/slideLayouts/slideLayout1.xml" Id="Rfd0f5bd179574b6d" /><Relationship Type="http://schemas.openxmlformats.org/officeDocument/2006/relationships/slideLayout" Target="/ppt/slideLayouts/slideLayout2.xml" Id="R312b189e52994fd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d9137153887417f" /><Relationship Type="http://schemas.openxmlformats.org/officeDocument/2006/relationships/slideLayout" Target="/ppt/slideLayouts/slideLayout3.xml" Id="R589e8cb97610437a" /><Relationship Type="http://schemas.openxmlformats.org/officeDocument/2006/relationships/slideLayout" Target="/ppt/slideLayouts/slideLayout4.xml" Id="R4d2d0e92b4b6493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2ae8629dfc54e44" /><Relationship Type="http://schemas.openxmlformats.org/officeDocument/2006/relationships/slideLayout" Target="/ppt/slideLayouts/slideLayout5.xml" Id="R2f0dec8436b6477d" /><Relationship Type="http://schemas.openxmlformats.org/officeDocument/2006/relationships/slideLayout" Target="/ppt/slideLayouts/slideLayout6.xml" Id="Rdd31efb42ceb4af6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4a97e9b43b2e4955" /><Relationship Type="http://schemas.openxmlformats.org/officeDocument/2006/relationships/slideLayout" Target="/ppt/slideLayouts/slideLayout7.xml" Id="Rdabf57f9e2ba4772" /><Relationship Type="http://schemas.openxmlformats.org/officeDocument/2006/relationships/slideLayout" Target="/ppt/slideLayouts/slideLayout8.xml" Id="R49c18ce9a9b24066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e87838edfa1a4612" /><Relationship Type="http://schemas.openxmlformats.org/officeDocument/2006/relationships/slideLayout" Target="/ppt/slideLayouts/slideLayout9.xml" Id="Rb720560193e64ab5" /><Relationship Type="http://schemas.openxmlformats.org/officeDocument/2006/relationships/slideLayout" Target="/ppt/slideLayouts/slideLayout10.xml" Id="Rcd307fa0df6e471d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4ebaa5c66a4b4882" /><Relationship Type="http://schemas.openxmlformats.org/officeDocument/2006/relationships/slideLayout" Target="/ppt/slideLayouts/slideLayout11.xml" Id="R6c6c99f1234e4753" /><Relationship Type="http://schemas.openxmlformats.org/officeDocument/2006/relationships/slideLayout" Target="/ppt/slideLayouts/slideLayout12.xml" Id="Rcb9f12f9fda64189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7c79b40da3bd4bde" /><Relationship Type="http://schemas.openxmlformats.org/officeDocument/2006/relationships/slideLayout" Target="/ppt/slideLayouts/slideLayout13.xml" Id="Rd5834f23098442cb" /><Relationship Type="http://schemas.openxmlformats.org/officeDocument/2006/relationships/slideLayout" Target="/ppt/slideLayouts/slideLayout14.xml" Id="R7412130b80584402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2cec9625a00c469a" /><Relationship Type="http://schemas.openxmlformats.org/officeDocument/2006/relationships/slideLayout" Target="/ppt/slideLayouts/slideLayout15.xml" Id="Rfbff93b0777c4afb" /><Relationship Type="http://schemas.openxmlformats.org/officeDocument/2006/relationships/slideLayout" Target="/ppt/slideLayouts/slideLayout16.xml" Id="R22a25330647a4191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2873b8a9b2d343c5" /><Relationship Type="http://schemas.openxmlformats.org/officeDocument/2006/relationships/slideLayout" Target="/ppt/slideLayouts/slideLayout17.xml" Id="R427df382196f4325" /><Relationship Type="http://schemas.openxmlformats.org/officeDocument/2006/relationships/slideLayout" Target="/ppt/slideLayouts/slideLayout18.xml" Id="Rdc802273ec3f46ab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b77870ef97734763" /><Relationship Type="http://schemas.openxmlformats.org/officeDocument/2006/relationships/slideLayout" Target="/ppt/slideLayouts/slideLayout19.xml" Id="Ra9da569b67a44efa" /><Relationship Type="http://schemas.openxmlformats.org/officeDocument/2006/relationships/slideLayout" Target="/ppt/slideLayouts/slideLayout20.xml" Id="Rd11370a00e0f48e3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2c0dcd9375cc4839" /><Relationship Type="http://schemas.openxmlformats.org/officeDocument/2006/relationships/slideLayout" Target="/ppt/slideLayouts/slideLayout21.xml" Id="R0e33d879da43472d" /><Relationship Type="http://schemas.openxmlformats.org/officeDocument/2006/relationships/slideLayout" Target="/ppt/slideLayouts/slideLayout22.xml" Id="Rd222ef9ef3454365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e685fdcec48d46f8" /><Relationship Type="http://schemas.openxmlformats.org/officeDocument/2006/relationships/slideLayout" Target="/ppt/slideLayouts/slideLayout23.xml" Id="R9487bb8f50e4418e" /><Relationship Type="http://schemas.openxmlformats.org/officeDocument/2006/relationships/slideLayout" Target="/ppt/slideLayouts/slideLayout24.xml" Id="R63615ad23db54587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theme" Target="/ppt/slideMasters/theme/theme14.xml" Id="R058e36b6a549435a" /><Relationship Type="http://schemas.openxmlformats.org/officeDocument/2006/relationships/slideLayout" Target="/ppt/slideLayouts/slideLayout25.xml" Id="R0a1bc4d8c29a4c3f" /><Relationship Type="http://schemas.openxmlformats.org/officeDocument/2006/relationships/slideLayout" Target="/ppt/slideLayouts/slideLayout26.xml" Id="Rdaf3f8e743654cba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theme" Target="/ppt/slideMasters/theme/theme15.xml" Id="R8bca8c6f28e5468c" /><Relationship Type="http://schemas.openxmlformats.org/officeDocument/2006/relationships/slideLayout" Target="/ppt/slideLayouts/slideLayout27.xml" Id="Rb9531a542145429d" /><Relationship Type="http://schemas.openxmlformats.org/officeDocument/2006/relationships/slideLayout" Target="/ppt/slideLayouts/slideLayout28.xml" Id="R3492e8260fe64bc2" /></Relationships>
</file>

<file path=ppt/slideMasters/_rels/slideMaster15.xml.rels>&#65279;<?xml version="1.0" encoding="utf-8"?><Relationships xmlns="http://schemas.openxmlformats.org/package/2006/relationships"><Relationship Type="http://schemas.openxmlformats.org/officeDocument/2006/relationships/theme" Target="/ppt/slideMasters/theme/theme16.xml" Id="Re1d44d3181954214" /><Relationship Type="http://schemas.openxmlformats.org/officeDocument/2006/relationships/slideLayout" Target="/ppt/slideLayouts/slideLayout29.xml" Id="R1f82859a9b6049bc" /><Relationship Type="http://schemas.openxmlformats.org/officeDocument/2006/relationships/slideLayout" Target="/ppt/slideLayouts/slideLayout30.xml" Id="R0340a1120b0e4052" /></Relationships>
</file>

<file path=ppt/slideMasters/_rels/slideMaster16.xml.rels>&#65279;<?xml version="1.0" encoding="utf-8"?><Relationships xmlns="http://schemas.openxmlformats.org/package/2006/relationships"><Relationship Type="http://schemas.openxmlformats.org/officeDocument/2006/relationships/theme" Target="/ppt/slideMasters/theme/theme17.xml" Id="Rc29bc8a1cc6f418b" /><Relationship Type="http://schemas.openxmlformats.org/officeDocument/2006/relationships/slideLayout" Target="/ppt/slideLayouts/slideLayout31.xml" Id="Rc245771abb7f4074" /><Relationship Type="http://schemas.openxmlformats.org/officeDocument/2006/relationships/slideLayout" Target="/ppt/slideLayouts/slideLayout32.xml" Id="Rf4b56ec4e89543b0" /></Relationships>
</file>

<file path=ppt/slideMasters/_rels/slideMaster17.xml.rels>&#65279;<?xml version="1.0" encoding="utf-8"?><Relationships xmlns="http://schemas.openxmlformats.org/package/2006/relationships"><Relationship Type="http://schemas.openxmlformats.org/officeDocument/2006/relationships/theme" Target="/ppt/slideMasters/theme/theme18.xml" Id="R523743163b6b468b" /><Relationship Type="http://schemas.openxmlformats.org/officeDocument/2006/relationships/slideLayout" Target="/ppt/slideLayouts/slideLayout33.xml" Id="Ra046a4584125478e" /><Relationship Type="http://schemas.openxmlformats.org/officeDocument/2006/relationships/slideLayout" Target="/ppt/slideLayouts/slideLayout34.xml" Id="Ra5912b85be45442f" /></Relationships>
</file>

<file path=ppt/slideMasters/_rels/slideMaster18.xml.rels>&#65279;<?xml version="1.0" encoding="utf-8"?><Relationships xmlns="http://schemas.openxmlformats.org/package/2006/relationships"><Relationship Type="http://schemas.openxmlformats.org/officeDocument/2006/relationships/theme" Target="/ppt/slideMasters/theme/theme19.xml" Id="R8d5292b522f1425d" /><Relationship Type="http://schemas.openxmlformats.org/officeDocument/2006/relationships/slideLayout" Target="/ppt/slideLayouts/slideLayout35.xml" Id="R036f4d567c484d7e" /><Relationship Type="http://schemas.openxmlformats.org/officeDocument/2006/relationships/slideLayout" Target="/ppt/slideLayouts/slideLayout36.xml" Id="Rc1eb8b4dc2f04699" /></Relationships>
</file>

<file path=ppt/slideMasters/_rels/slideMaster19.xml.rels>&#65279;<?xml version="1.0" encoding="utf-8"?><Relationships xmlns="http://schemas.openxmlformats.org/package/2006/relationships"><Relationship Type="http://schemas.openxmlformats.org/officeDocument/2006/relationships/theme" Target="/ppt/slideMasters/theme/theme20.xml" Id="R23c12f831f6b4f89" /><Relationship Type="http://schemas.openxmlformats.org/officeDocument/2006/relationships/slideLayout" Target="/ppt/slideLayouts/slideLayout37.xml" Id="R33697452e560452a" /><Relationship Type="http://schemas.openxmlformats.org/officeDocument/2006/relationships/slideLayout" Target="/ppt/slideLayouts/slideLayout38.xml" Id="Rb60b9ed4079b4064" /></Relationships>
</file>

<file path=ppt/slideMasters/_rels/slideMaster20.xml.rels>&#65279;<?xml version="1.0" encoding="utf-8"?><Relationships xmlns="http://schemas.openxmlformats.org/package/2006/relationships"><Relationship Type="http://schemas.openxmlformats.org/officeDocument/2006/relationships/theme" Target="/ppt/slideMasters/theme/theme21.xml" Id="R6a3d053e8f924160" /><Relationship Type="http://schemas.openxmlformats.org/officeDocument/2006/relationships/slideLayout" Target="/ppt/slideLayouts/slideLayout39.xml" Id="Rbeecd7e4182c44ee" /><Relationship Type="http://schemas.openxmlformats.org/officeDocument/2006/relationships/slideLayout" Target="/ppt/slideLayouts/slideLayout40.xml" Id="R4e6034cc5ffd4b4c" /></Relationships>
</file>

<file path=ppt/slideMasters/_rels/slideMaster21.xml.rels>&#65279;<?xml version="1.0" encoding="utf-8"?><Relationships xmlns="http://schemas.openxmlformats.org/package/2006/relationships"><Relationship Type="http://schemas.openxmlformats.org/officeDocument/2006/relationships/theme" Target="/ppt/slideMasters/theme/theme22.xml" Id="R478e3125e0da495d" /><Relationship Type="http://schemas.openxmlformats.org/officeDocument/2006/relationships/slideLayout" Target="/ppt/slideLayouts/slideLayout41.xml" Id="R353fcbc687d24c8c" /><Relationship Type="http://schemas.openxmlformats.org/officeDocument/2006/relationships/slideLayout" Target="/ppt/slideLayouts/slideLayout42.xml" Id="R25cc2a50549d4dc1" /></Relationships>
</file>

<file path=ppt/slideMasters/_rels/slideMaster22.xml.rels>&#65279;<?xml version="1.0" encoding="utf-8"?><Relationships xmlns="http://schemas.openxmlformats.org/package/2006/relationships"><Relationship Type="http://schemas.openxmlformats.org/officeDocument/2006/relationships/theme" Target="/ppt/slideMasters/theme/theme23.xml" Id="Rd751f34d0b7440af" /><Relationship Type="http://schemas.openxmlformats.org/officeDocument/2006/relationships/slideLayout" Target="/ppt/slideLayouts/slideLayout43.xml" Id="Rb7c0719b92a74b1d" /><Relationship Type="http://schemas.openxmlformats.org/officeDocument/2006/relationships/slideLayout" Target="/ppt/slideLayouts/slideLayout44.xml" Id="R795ae14d9b2643f5" /><Relationship Type="http://schemas.openxmlformats.org/officeDocument/2006/relationships/slideLayout" Target="/ppt/slideLayouts/slideLayout45.xml" Id="R7d0521700eb44d20" /><Relationship Type="http://schemas.openxmlformats.org/officeDocument/2006/relationships/slideLayout" Target="/ppt/slideLayouts/slideLayout46.xml" Id="R0c8f97ab1c884bf9" /><Relationship Type="http://schemas.openxmlformats.org/officeDocument/2006/relationships/slideLayout" Target="/ppt/slideLayouts/slideLayout47.xml" Id="R98b865a238f44355" /><Relationship Type="http://schemas.openxmlformats.org/officeDocument/2006/relationships/slideLayout" Target="/ppt/slideLayouts/slideLayout48.xml" Id="R34c77fcb74d6456e" /><Relationship Type="http://schemas.openxmlformats.org/officeDocument/2006/relationships/slideLayout" Target="/ppt/slideLayouts/slideLayout49.xml" Id="Rf5b1a0d09b0c4b96" /><Relationship Type="http://schemas.openxmlformats.org/officeDocument/2006/relationships/slideLayout" Target="/ppt/slideLayouts/slideLayout50.xml" Id="R77afc640745f48ab" /><Relationship Type="http://schemas.openxmlformats.org/officeDocument/2006/relationships/slideLayout" Target="/ppt/slideLayouts/slideLayout51.xml" Id="Rf8272dc39b674afb" /></Relationships>
</file>

<file path=ppt/slideMasters/_rels/slideMaster23.xml.rels>&#65279;<?xml version="1.0" encoding="utf-8"?><Relationships xmlns="http://schemas.openxmlformats.org/package/2006/relationships"><Relationship Type="http://schemas.openxmlformats.org/officeDocument/2006/relationships/theme" Target="/ppt/slideMasters/theme/theme24.xml" Id="Rce3691849f5d4043" /><Relationship Type="http://schemas.openxmlformats.org/officeDocument/2006/relationships/slideLayout" Target="/ppt/slideLayouts/slideLayout52.xml" Id="R96556e80fec149ba" /><Relationship Type="http://schemas.openxmlformats.org/officeDocument/2006/relationships/slideLayout" Target="/ppt/slideLayouts/slideLayout53.xml" Id="Rbd48401c3ec24fbb" /></Relationships>
</file>

<file path=ppt/slideMasters/_rels/slideMaster24.xml.rels>&#65279;<?xml version="1.0" encoding="utf-8"?><Relationships xmlns="http://schemas.openxmlformats.org/package/2006/relationships"><Relationship Type="http://schemas.openxmlformats.org/officeDocument/2006/relationships/theme" Target="/ppt/slideMasters/theme/theme25.xml" Id="R17c10a7d35c2460d" /><Relationship Type="http://schemas.openxmlformats.org/officeDocument/2006/relationships/slideLayout" Target="/ppt/slideLayouts/slideLayout54.xml" Id="Rbd085a3882ce4b86" /><Relationship Type="http://schemas.openxmlformats.org/officeDocument/2006/relationships/slideLayout" Target="/ppt/slideLayouts/slideLayout55.xml" Id="R416537f499ed4ff9" /></Relationships>
</file>

<file path=ppt/slideMasters/_rels/slideMaster25.xml.rels>&#65279;<?xml version="1.0" encoding="utf-8"?><Relationships xmlns="http://schemas.openxmlformats.org/package/2006/relationships"><Relationship Type="http://schemas.openxmlformats.org/officeDocument/2006/relationships/theme" Target="/ppt/slideMasters/theme/theme26.xml" Id="R6cc25ba69c674b46" /><Relationship Type="http://schemas.openxmlformats.org/officeDocument/2006/relationships/slideLayout" Target="/ppt/slideLayouts/slideLayout56.xml" Id="R2d63d37d3dcf41c9" /><Relationship Type="http://schemas.openxmlformats.org/officeDocument/2006/relationships/slideLayout" Target="/ppt/slideLayouts/slideLayout57.xml" Id="R6f2ee49cd816425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f5bd179574b6d"/>
    <p:sldLayoutId xmlns:r="http://schemas.openxmlformats.org/officeDocument/2006/relationships" id="2147483650" r:id="R312b189e52994fd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589e8cb97610437a"/>
    <p:sldLayoutId xmlns:r="http://schemas.openxmlformats.org/officeDocument/2006/relationships" id="2147483653" r:id="R4d2d0e92b4b6493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2f0dec8436b6477d"/>
    <p:sldLayoutId xmlns:r="http://schemas.openxmlformats.org/officeDocument/2006/relationships" id="2147483656" r:id="Rdd31efb42ceb4af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dabf57f9e2ba4772"/>
    <p:sldLayoutId xmlns:r="http://schemas.openxmlformats.org/officeDocument/2006/relationships" id="2147483659" r:id="R49c18ce9a9b2406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720560193e64ab5"/>
    <p:sldLayoutId xmlns:r="http://schemas.openxmlformats.org/officeDocument/2006/relationships" id="2147483662" r:id="Rcd307fa0df6e471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c6c99f1234e4753"/>
    <p:sldLayoutId xmlns:r="http://schemas.openxmlformats.org/officeDocument/2006/relationships" id="2147483665" r:id="Rcb9f12f9fda6418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5834f23098442cb"/>
    <p:sldLayoutId xmlns:r="http://schemas.openxmlformats.org/officeDocument/2006/relationships" id="2147483668" r:id="R7412130b8058440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fbff93b0777c4afb"/>
    <p:sldLayoutId xmlns:r="http://schemas.openxmlformats.org/officeDocument/2006/relationships" id="2147483671" r:id="R22a25330647a419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427df382196f4325"/>
    <p:sldLayoutId xmlns:r="http://schemas.openxmlformats.org/officeDocument/2006/relationships" id="2147483674" r:id="Rdc802273ec3f46a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6" r:id="Ra9da569b67a44efa"/>
    <p:sldLayoutId xmlns:r="http://schemas.openxmlformats.org/officeDocument/2006/relationships" id="2147483677" r:id="Rd11370a00e0f48e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0e33d879da43472d"/>
    <p:sldLayoutId xmlns:r="http://schemas.openxmlformats.org/officeDocument/2006/relationships" id="2147483680" r:id="Rd222ef9ef345436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2" r:id="R9487bb8f50e4418e"/>
    <p:sldLayoutId xmlns:r="http://schemas.openxmlformats.org/officeDocument/2006/relationships" id="2147483683" r:id="R63615ad23db5458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5" r:id="R0a1bc4d8c29a4c3f"/>
    <p:sldLayoutId xmlns:r="http://schemas.openxmlformats.org/officeDocument/2006/relationships" id="2147483686" r:id="Rdaf3f8e743654cb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8" r:id="Rb9531a542145429d"/>
    <p:sldLayoutId xmlns:r="http://schemas.openxmlformats.org/officeDocument/2006/relationships" id="2147483689" r:id="R3492e8260fe64bc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1f82859a9b6049bc"/>
    <p:sldLayoutId xmlns:r="http://schemas.openxmlformats.org/officeDocument/2006/relationships" id="2147483692" r:id="R0340a1120b0e405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4" r:id="Rc245771abb7f4074"/>
    <p:sldLayoutId xmlns:r="http://schemas.openxmlformats.org/officeDocument/2006/relationships" id="2147483695" r:id="Rf4b56ec4e89543b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7" r:id="Ra046a4584125478e"/>
    <p:sldLayoutId xmlns:r="http://schemas.openxmlformats.org/officeDocument/2006/relationships" id="2147483698" r:id="Ra5912b85be45442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0" r:id="R036f4d567c484d7e"/>
    <p:sldLayoutId xmlns:r="http://schemas.openxmlformats.org/officeDocument/2006/relationships" id="2147483701" r:id="Rc1eb8b4dc2f0469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3" r:id="R33697452e560452a"/>
    <p:sldLayoutId xmlns:r="http://schemas.openxmlformats.org/officeDocument/2006/relationships" id="2147483704" r:id="Rb60b9ed4079b406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6" r:id="Rbeecd7e4182c44ee"/>
    <p:sldLayoutId xmlns:r="http://schemas.openxmlformats.org/officeDocument/2006/relationships" id="2147483707" r:id="R4e6034cc5ffd4b4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9" r:id="R353fcbc687d24c8c"/>
    <p:sldLayoutId xmlns:r="http://schemas.openxmlformats.org/officeDocument/2006/relationships" id="2147483710" r:id="R25cc2a50549d4dc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6E19C04-57D6-4891-AA08-25DB8AC6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3B5BF29-8B6E-42D2-981E-8F2844242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402" y="0"/>
            <a:ext cx="10858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B128B1C-388D-4923-BD59-D94AC742FB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0402" y="1130300"/>
            <a:ext cx="10858500" cy="500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4A4C6DCF-A409-4887-ACAF-AB2E35F978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F9989B6C-3933-45A0-B489-52C0EE3A9A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C76F85A1-680E-483A-862A-D1229FAD3C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b7c0719b92a74b1d"/>
    <p:sldLayoutId xmlns:r="http://schemas.openxmlformats.org/officeDocument/2006/relationships" id="2147483713" r:id="R795ae14d9b2643f5"/>
    <p:sldLayoutId xmlns:r="http://schemas.openxmlformats.org/officeDocument/2006/relationships" id="2147483714" r:id="R7d0521700eb44d20"/>
    <p:sldLayoutId xmlns:r="http://schemas.openxmlformats.org/officeDocument/2006/relationships" id="2147483715" r:id="R0c8f97ab1c884bf9"/>
    <p:sldLayoutId xmlns:r="http://schemas.openxmlformats.org/officeDocument/2006/relationships" id="2147483716" r:id="R98b865a238f44355"/>
    <p:sldLayoutId xmlns:r="http://schemas.openxmlformats.org/officeDocument/2006/relationships" id="2147483717" r:id="R34c77fcb74d6456e"/>
    <p:sldLayoutId xmlns:r="http://schemas.openxmlformats.org/officeDocument/2006/relationships" id="2147483718" r:id="Rf5b1a0d09b0c4b96"/>
    <p:sldLayoutId xmlns:r="http://schemas.openxmlformats.org/officeDocument/2006/relationships" id="2147483719" r:id="R77afc640745f48ab"/>
    <p:sldLayoutId xmlns:r="http://schemas.openxmlformats.org/officeDocument/2006/relationships" id="2147483720" r:id="Rf8272dc39b674af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22" r:id="R96556e80fec149ba"/>
    <p:sldLayoutId xmlns:r="http://schemas.openxmlformats.org/officeDocument/2006/relationships" id="2147483723" r:id="Rbd48401c3ec24fb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25" r:id="Rbd085a3882ce4b86"/>
    <p:sldLayoutId xmlns:r="http://schemas.openxmlformats.org/officeDocument/2006/relationships" id="2147483726" r:id="R416537f499ed4ff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28" r:id="R2d63d37d3dcf41c9"/>
    <p:sldLayoutId xmlns:r="http://schemas.openxmlformats.org/officeDocument/2006/relationships" id="2147483729" r:id="R6f2ee49cd816425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9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1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2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3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4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5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6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7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8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9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0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1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2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3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4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5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6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6f88814722044e5e" /><Relationship Type="http://schemas.openxmlformats.org/officeDocument/2006/relationships/image" Target="/ppt/media/image.png" Id="Rf79964f5f14f4a9f" /><Relationship Type="http://schemas.openxmlformats.org/officeDocument/2006/relationships/notesSlide" Target="/ppt/notesSlides/notesSlide1.xml" Id="Raf3fa2f584cb48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b3b0d5230eed489b" /><Relationship Type="http://schemas.openxmlformats.org/officeDocument/2006/relationships/image" Target="/ppt/media/image.png" Id="Rc2f15d1e33a04e8a" /><Relationship Type="http://schemas.openxmlformats.org/officeDocument/2006/relationships/notesSlide" Target="/ppt/notesSlides/notesSlide2.xml" Id="R85486342569543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81b3cc2da6e04ffd" /><Relationship Type="http://schemas.openxmlformats.org/officeDocument/2006/relationships/image" Target="/ppt/media/image.png" Id="R75d4356dff884f13" /><Relationship Type="http://schemas.openxmlformats.org/officeDocument/2006/relationships/notesSlide" Target="/ppt/notesSlides/notesSlide3.xml" Id="R68b369c374ae41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1393cbe23bff426b" /><Relationship Type="http://schemas.openxmlformats.org/officeDocument/2006/relationships/image" Target="/ppt/media/image.png" Id="Rda28a186185f4949" /><Relationship Type="http://schemas.openxmlformats.org/officeDocument/2006/relationships/notesSlide" Target="/ppt/notesSlides/notesSlide4.xml" Id="R137abdcd0ad446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7.xml" Id="R7b1c3b4188764df3" /><Relationship Type="http://schemas.openxmlformats.org/officeDocument/2006/relationships/image" Target="/ppt/media/image.png" Id="R5940bf13b5db4c96" /><Relationship Type="http://schemas.openxmlformats.org/officeDocument/2006/relationships/notesSlide" Target="/ppt/notesSlides/notesSlide5.xml" Id="R38aecb1b86a741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780669D-6FAE-449E-9C2C-F7962C34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964f5f14f4a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19BDF2F-901D-4D60-AC42-0A5C5B0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1、库存优化—建设方案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8AFA5-691F-4FEA-A8E7-8071B68B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计划逻辑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9F2DB-F68C-481C-A020-3815E2EF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EFF1C-20B7-4388-A4E8-F98C5041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574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47984-34D6-40C6-9DCF-DB6CA58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574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E3F38-8229-4D91-93EB-B7FB85C2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574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6804E-3C80-4008-A394-5661AB9B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57425"/>
            <a:ext cx="4476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A3965-6B0D-44AB-A45D-67466CCE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586D8-08A5-4230-B84F-179A96C9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9B87F-5F19-4F1D-BF53-5257D311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确认需求计划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F0C65-1972-472D-AF1F-BC269AA6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销售/出货计划统一口径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40EE9-E8DF-480F-9E9F-35B1600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09750"/>
            <a:ext cx="1790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19D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F4CF1-0C2C-4EB8-A600-8EB5567C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0">
            <a:solidFill>
              <a:srgbClr val="19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A8EE9-6A48-483B-9B37-0BD2CD9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调整库存参数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B93B5-FE4E-48D1-93F8-51412E8D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安全库存 · s/S · 提前期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5EB33-154E-4F99-990B-89055352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09750"/>
            <a:ext cx="1790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55D1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0BB5E-7D41-4A64-985E-A7C4DCA2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187"/>
          </a:solidFill>
          <a:ln xmlns:a="http://schemas.openxmlformats.org/drawingml/2006/main" w="0">
            <a:solidFill>
              <a:srgbClr val="55D1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D3E9A-4C63-4E1B-B3F4-80BC9C09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859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生成库存计划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BAC71-8055-47CB-9A60-D9B1C67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907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逐日推演 · 周汇总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917E4-4314-4335-B93A-7537193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E8158-F897-4AAA-AC13-487FFBD7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1C1CD8-F52B-4DC9-9AF3-CC369BAD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85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73660-B1EC-48A0-8E36-8DD8D766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最近7天锁定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324F4-792C-4A57-A87D-7498C80E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1571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FFB14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C421B-0736-4F94-AC20-0F78733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4E"/>
          </a:solidFill>
          <a:ln xmlns:a="http://schemas.openxmlformats.org/drawingml/2006/main" w="0">
            <a:solidFill>
              <a:srgbClr val="FFB1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5AA272-F1D9-4978-ABBF-0AE8C60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859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生产排程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54EED-048B-4DA6-A844-28BFA394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190750"/>
            <a:ext cx="128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补货量/期望入库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FEA4E0-1303-4A87-8E37-ACC30AB5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核心机制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AC8443-6C42-4A0D-8425-1BB8CD67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0C6705-3ED0-4918-8FB9-49E21722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95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C6A726-A73A-492E-A773-311C2737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动态 (R,s,S)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417919-88C3-4EDD-8BE2-2A306B57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2428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19D3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3C0F9-CEAB-4D2C-AD36-F6B5FEB3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76675"/>
            <a:ext cx="227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共享库容与罐位兼容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4C2A91-9F32-4090-8FC1-D4A4CEA7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57625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55D1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89F2C0-ADAD-4E54-AF2F-B5A2AF5D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766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月参数 · 周滚动 · 日执行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D49B55-04B8-4A01-8FF8-55EAAB61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2333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F2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0C757A-8905-47BA-A7BB-EA171BE6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876675"/>
            <a:ext cx="2181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缺货/容量异常预警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E475C8-32E0-48DE-AA89-68DDEF0B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输出：补货日期、补货数量、预计库存水位；实际入库与出库反馈后进入下一滚动周期。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A47598-D8E9-4293-9BB8-BFE98E2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边界：仅面向成品库存，不承担原辅料采购与供应商选择。</a:t>
            </a:r>
          </a:p>
        </p:txBody>
      </p:sp>
    </p:spTree>
    <p:extLst>
      <p:ext uri="{BB962C8B-B14F-4D97-AF65-F5344CB8AC3E}">
        <p14:creationId xmlns:p14="http://schemas.microsoft.com/office/powerpoint/2010/main" val="231185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780669D-6FAE-449E-9C2C-F7962C34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15d1e33a04e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19BDF2F-901D-4D60-AC42-0A5C5B0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2、采购优化—建设方案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B32C9-EF5B-41FB-A3EB-D9ABCD2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采购决策闭环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2183C-ED11-40B2-9C1E-E807BC63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1C8F3-24CC-45F7-AEA9-3F13A2F6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5742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CC0B6-036A-47E0-81CA-90059207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5742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16079-DFCD-45D4-B8EA-DDB4C7AA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5742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42962-B841-4115-A27A-D000853B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5742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E6890-3AC7-4B02-A71A-D215DBDF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29C81-2277-4A97-8B5C-514554BB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66F32-4A35-4558-AF46-9BB852EC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859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计算待采购需求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6CCBD-822C-4ADD-A23E-89802E1E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90750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需求计划－有效订单覆盖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28AC5-F19B-41AB-BB4D-DB85AB83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19D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834FF-E40F-424F-8D75-3646E0F9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0">
            <a:solidFill>
              <a:srgbClr val="19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5A6AE-E863-472D-BA20-F65E09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85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筛选可供供应商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32E69-DED2-4B34-AF80-8720520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资质 · 产能 · 到货期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3A280-69A2-4912-9BE9-5D297CB8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097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55D1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B1D55-EB4D-481A-B162-8858A5AE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187"/>
          </a:solidFill>
          <a:ln xmlns:a="http://schemas.openxmlformats.org/drawingml/2006/main" w="0">
            <a:solidFill>
              <a:srgbClr val="55D1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C4886-04BD-4277-AEEA-5CF1CE33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885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综合成本优化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CCF43-BCE1-4F6B-9999-55B5CB89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190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报价/运费/账期/包装回收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E3092-BF74-444E-8D3C-771A2ED3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6C0F0-ED1A-48F4-80C8-1A02C448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3BEAC-8243-4C78-8BCC-B1C8640A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方案评审确认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B7539A-1B2D-4B75-B3A6-3A88303B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推荐方案 + 备选方案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C798E-E050-486B-BD8D-CCB39A6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809750"/>
            <a:ext cx="1571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FFB14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4C6E7-55AD-403C-8E79-E9E5EF8F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4E"/>
          </a:solidFill>
          <a:ln xmlns:a="http://schemas.openxmlformats.org/drawingml/2006/main" w="0">
            <a:solidFill>
              <a:srgbClr val="FFB1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F58A08-279D-4C59-AA62-08970293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8859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审批与执行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39A04-37B6-4250-AC23-A1364978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90750"/>
            <a:ext cx="128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合同/订单/到货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CA158-B0C0-4A8A-B63A-580ECC18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24B7D4-6A90-464A-B9C4-F65E209E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BA03D8-24D0-4EA7-996D-0F1B683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95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185CA5-E035-442A-8778-131D57CA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月度采购总量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071E8-628B-4286-B0AE-0DD8387A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2143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19D3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D8D056-44BE-4BE6-86E6-F2808451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76675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供应商分配数量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4286E5-4FCA-45A4-B367-45C4B217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57625"/>
            <a:ext cx="195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55D1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DD86FF-0B20-461C-9EDC-C5B28EB9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76675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建议到货日期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35041A-257F-421E-9D46-1916AF1C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195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F2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B6A83A-3F38-4C48-9D3E-A0507642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76675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合同/锁价策略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E966BA-7A8E-41D3-B121-FC9FB30C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B1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7B722A-8FCA-46C8-BC84-E5D9429B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周度执行调整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D9E604-5D53-4935-A4F5-BDCA9E72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优化目标：在满足需求、供应能力和到货约束下，降低综合采购成本并控制供应风险。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F87DE6-5CD8-499A-9DB0-5CC1E3C2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边界：以上游已发布原材料需求计划为唯一需求输入，不重复计算原材料库存水位。</a:t>
            </a:r>
          </a:p>
        </p:txBody>
      </p:sp>
    </p:spTree>
    <p:extLst>
      <p:ext uri="{BB962C8B-B14F-4D97-AF65-F5344CB8AC3E}">
        <p14:creationId xmlns:p14="http://schemas.microsoft.com/office/powerpoint/2010/main" val="231185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780669D-6FAE-449E-9C2C-F7962C34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4356dff884f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19BDF2F-901D-4D60-AC42-0A5C5B0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3、成本分摊—建设方案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21023-74E8-4DF3-9EEB-D18C3B20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批次成本链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CC774-27D7-4418-A010-E1A6C2EB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2FC81-EC13-4321-833C-7CFF53D7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574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34B1A-D773-4BD4-8EFD-D970ACF0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574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7ED81-34E0-4B36-9756-49F75087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574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BAD55-4F17-4390-AB28-08FA89A5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574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189D-00CE-4BAD-9A72-50634FF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7AA73-34F7-4D74-B503-46E3476E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53074-E0D6-4D83-9630-3E4F2E7A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入厂批次归集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15BB9-3AC7-491F-A1B8-D86D4E34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采购价 · 运费 · 入库费用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6FE76-E07A-4D64-88D8-3EF927A3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19D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E5FEB-11B0-4308-9B21-AF335DC1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0">
            <a:solidFill>
              <a:srgbClr val="19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22F0E-CE33-4E4F-A3EA-713E27C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仓储/投料归集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1A227-22E5-497A-B053-2BE9257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平面库 · 线边库 · 投料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9BD21-2BB0-4129-9957-48857C07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97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55D1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3CAC4-3730-4D7B-9096-2728313A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187"/>
          </a:solidFill>
          <a:ln xmlns:a="http://schemas.openxmlformats.org/drawingml/2006/main" w="0">
            <a:solidFill>
              <a:srgbClr val="55D1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3DDFA-541A-4A58-9DEF-B30771ED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85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生产订单分摊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81BE6-8D3A-4874-BF5A-64B1162D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90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直接费用 + 费用池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0A324-BA20-4C0A-A6ED-6A5C0B73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1D7BFA-C82C-4210-97BC-01942141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121D3-7CE6-426C-8975-895FBC0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85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销售订单分摊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0360D-EF61-4D98-8F34-1E7557BE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批次追溯至客户订单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74E48-DC2F-4BB8-B0C8-BEBF69D3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09750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FFB14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6D31F4-62C8-4740-9A36-51D11A37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4E"/>
          </a:solidFill>
          <a:ln xmlns:a="http://schemas.openxmlformats.org/drawingml/2006/main" w="0">
            <a:solidFill>
              <a:srgbClr val="FFB1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1373D1-02C7-43B7-B7F2-24BD1BD3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85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成本利润分析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3D29B-643D-4487-9471-812E9AC0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907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产品/客户/供应商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BABD67-1B15-4C7C-9772-43088B45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分析维度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B0FDA2-6998-4401-A0BC-B5B0F924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A53C9F-026B-4113-A71D-206DAE6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476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5B2DAA-5870-48DF-9875-E78461FD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132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葡萄糖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A1523A-DF37-4C9F-9CFB-4188F44E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1476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19D3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6B7451-1A62-4D1D-8202-3841A71E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76675"/>
            <a:ext cx="132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1ABD90-01F1-4C68-B16F-1C5030BB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1476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55D1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F7DE16-76F3-4425-A7F7-6238DE2A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76675"/>
            <a:ext cx="132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麦芽糖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279A82-3FD2-4631-8749-0A589D10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57625"/>
            <a:ext cx="1476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F2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681C6E-05E6-4BDC-A413-3CCB10E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76675"/>
            <a:ext cx="132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调味糖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84C4D0-B0DD-454E-8F8F-EBA899FD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5762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B1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79A4A6-320F-4F0D-AE76-21AF1ED2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766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8CC046-9A0C-466B-A2D8-2CE493D3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57625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6B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5C9DB7-04DB-41B3-80C9-011EDB46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766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客户/供应商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904DED-84EB-4131-BF9A-7F1317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设计原则：成本随批次流转归集，可直接归属的费用直接计入；公共费用进入费用池后按已确认规则分摊。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84139D-2FA6-41EF-8C76-2504901A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待确认：移库、装卸、人工等新增费用口径，以及各费用池分摊因子。</a:t>
            </a:r>
          </a:p>
        </p:txBody>
      </p:sp>
    </p:spTree>
    <p:extLst>
      <p:ext uri="{BB962C8B-B14F-4D97-AF65-F5344CB8AC3E}">
        <p14:creationId xmlns:p14="http://schemas.microsoft.com/office/powerpoint/2010/main" val="231185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780669D-6FAE-449E-9C2C-F7962C34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8a186185f49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19BDF2F-901D-4D60-AC42-0A5C5B0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4、供应链驾驶舱—建设方案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61BE8-C4CD-4D57-92F8-6C2260C3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两类能力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89B41-E341-4FF6-84DF-97AC29A5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99AA1-86EA-40B5-BCAC-F9637663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49530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71E29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A2E82-CC9A-4580-AAF7-5688979E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D3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9D3FF"/>
                </a:solidFill>
                <a:latin typeface="微软雅黑"/>
                <a:ea typeface="微软雅黑"/>
                <a:cs typeface="微软雅黑"/>
              </a:rPr>
              <a:t>态势监测与闭环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D80C8-329D-4406-96F4-C08DFC5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0300"/>
            <a:ext cx="4191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3D5A2-1819-4A74-9C3D-35236430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19350"/>
            <a:ext cx="403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核心KPI与红黄绿健康度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F99FE-7920-4E5A-AF96-833831F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4191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19D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7BCEA-5D21-4C15-910D-8E8D058F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71800"/>
            <a:ext cx="403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KPI钻取：专题 → 明细 → 源单据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FCCC0-5E10-4C1C-9DA5-64FAD1B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05200"/>
            <a:ext cx="4191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55D1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91C00-D7A4-4962-B990-49C4BF4F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24250"/>
            <a:ext cx="403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预警分级、派发、跟踪、验证关闭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CED7C-5F93-43DA-9130-C3F8DB86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5191125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71E29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FD9A0-2836-4222-9D16-DB18A96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714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沙盘推演与决策支持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ED41A-49A1-4B7F-BA4A-7E0AC984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238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F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FC22D-080D-4230-9D2C-274C607E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19350"/>
            <a:ext cx="4086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冻结基线快照，设置情景参数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D7514-2691-438E-B91E-B1C4ED7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4238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B1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37913-3653-417B-B175-10C2FBEB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71800"/>
            <a:ext cx="4086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调用采购/库存/排程/成本模型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FF30A-3001-45D3-86F9-828FB4E8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4238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631"/>
          </a:solidFill>
          <a:ln xmlns:a="http://schemas.openxmlformats.org/drawingml/2006/main" w="14288">
            <a:solidFill>
              <a:srgbClr val="FF6B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9073C-8F2E-4E14-AA46-2B8C5DB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24250"/>
            <a:ext cx="4086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对比成本、服务、风险并形成备选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DCFC0-3F8C-4CC3-A328-A08C0DE2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控制原则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DF21A-33B1-472F-8DE8-63DFB705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D1D34-32FD-4602-9206-B18B01AC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统一展示与决策协同层：专业模型仍由各业务模块负责；模拟结果不直接覆盖正式业务数据，采纳后进入对应模块审批。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DA974D-5B7C-4F0A-BEEC-352BFC52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数据异常明确标识时间与可信状态；成本、资金等敏感数据按角色与组织授权。</a:t>
            </a:r>
          </a:p>
        </p:txBody>
      </p:sp>
    </p:spTree>
    <p:extLst>
      <p:ext uri="{BB962C8B-B14F-4D97-AF65-F5344CB8AC3E}">
        <p14:creationId xmlns:p14="http://schemas.microsoft.com/office/powerpoint/2010/main" val="2311858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1ED698D-3727-4617-B88D-5E71674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3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0bf13b5db4c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F8368F1-9972-4A40-8D56-1E18F0B5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480165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5、供应链协同—模块价值流向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161A7-F521-45EB-978A-2B4C0FF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需求与订单驱动计划，计划驱动资源配置；执行反馈统一进入驾驶舱，形成持续优化闭环。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FDD21-80F1-41FA-810A-AAED7E71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146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32726-8044-4DE5-ACA6-CC3D6187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146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E91CE-86B5-4EBD-B11D-1D7EC95E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146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90F5E-8871-4FE6-ABE0-90F19D7B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14625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C21B9-6039-48FA-B1B4-4F944D71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0859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EB686-45F0-44F8-B780-5D60CD97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B2C75-1EF6-45B9-B676-47A8F65C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717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8EE70-4E07-4DE0-8300-44B5E733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76500"/>
            <a:ext cx="1800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补货量 · 补货日期</a:t>
            </a:r>
          </a:p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库存水位与风险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30C3B-F1E8-41F3-9507-1D615718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18002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19D3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9E021-4F5F-4FF1-9E07-D7ADFDAF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D3FF"/>
          </a:solidFill>
          <a:ln xmlns:a="http://schemas.openxmlformats.org/drawingml/2006/main" w="0">
            <a:solidFill>
              <a:srgbClr val="19D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59EB6-6093-4DD8-A038-EB82D84B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151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精益排程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59582-3C5F-421C-B839-60894027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5144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生产计划 · 完工时间</a:t>
            </a:r>
          </a:p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原辅包需求计划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58356-52F7-4F6E-9ABD-0132E084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95500"/>
            <a:ext cx="18002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55D1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44C45-F000-40AA-A08C-9305C05F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187"/>
          </a:solidFill>
          <a:ln xmlns:a="http://schemas.openxmlformats.org/drawingml/2006/main" w="0">
            <a:solidFill>
              <a:srgbClr val="55D1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F0725-EBEB-49BF-98CB-05164CA7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171700"/>
            <a:ext cx="151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B2F77-D6B6-4DE0-9D86-114E0A2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76500"/>
            <a:ext cx="15144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供应商组合 · 到货计划</a:t>
            </a:r>
          </a:p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综合采购成本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4E0E0-3F24-4F1E-978A-CE354FD1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18002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FE5AB-514A-4DAA-B9E6-CBDB4084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2BAF2-9F25-49F1-8FB5-E5C979D9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151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成本分摊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E25E9-6096-4619-B8A7-DACCF97F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15144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批次成本 · 订单成本</a:t>
            </a:r>
          </a:p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产品/客户利润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39817-32A3-4D39-8C92-07BE888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95500"/>
            <a:ext cx="16287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51C"/>
          </a:solidFill>
          <a:ln xmlns:a="http://schemas.openxmlformats.org/drawingml/2006/main" w="19050">
            <a:solidFill>
              <a:srgbClr val="FFB1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37F2C-F23C-4DFF-9616-795E7476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95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4E"/>
          </a:solidFill>
          <a:ln xmlns:a="http://schemas.openxmlformats.org/drawingml/2006/main" w="0">
            <a:solidFill>
              <a:srgbClr val="FFB14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39BFF-10F0-4902-834D-3E822D50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717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供应链驾驶舱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110D1E-9C07-472E-91B7-ECFB0043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476500"/>
            <a:ext cx="1343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KPI · 预警 · 钻取</a:t>
            </a:r>
          </a:p>
          <a:p xmlns:a="http://schemas.openxmlformats.org/drawingml/2006/main">
            <a:pPr algn="ctr">
              <a:def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B9C7D0"/>
                </a:solidFill>
                <a:latin typeface="微软雅黑"/>
                <a:ea typeface="微软雅黑"/>
                <a:cs typeface="微软雅黑"/>
              </a:rPr>
              <a:t>情景模拟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498D18-BB50-486C-A683-8E12D0E4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14750"/>
            <a:ext cx="361950" cy="619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B14E"/>
          </a:solidFill>
          <a:ln xmlns:a="http://schemas.openxmlformats.org/drawingml/2006/main" w="0">
            <a:solidFill>
              <a:srgbClr val="FFB1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6A4577-6105-417C-A090-E7B7ACE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8524875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4A5B"/>
          </a:solidFill>
          <a:ln xmlns:a="http://schemas.openxmlformats.org/drawingml/2006/main" w="0">
            <a:solidFill>
              <a:srgbClr val="184A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C4BB53-48C9-4B8F-90FA-742B03DF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86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执行反馈 / KPI异常 / 预警处置 / 情景参数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B0DC76-4B92-49EB-8409-3E1F185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61950" cy="6191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78EE7C-9A44-4395-A327-8FCEEFA0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正式调整回到相应模块确认、审批与执行；驾驶舱负责看全局、找异常、做推演、跟闭环。</a:t>
            </a:r>
          </a:p>
        </p:txBody>
      </p:sp>
    </p:spTree>
    <p:extLst>
      <p:ext uri="{BB962C8B-B14F-4D97-AF65-F5344CB8AC3E}">
        <p14:creationId xmlns:p14="http://schemas.microsoft.com/office/powerpoint/2010/main" val="932270097"/>
      </p:ext>
    </p:extLst>
  </p:cSld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2026-08-25T06:45:38.5330000Z</dcterms:created>
  <dcterms:modified xsi:type="dcterms:W3CDTF">2026-08-25T06:45:38.5330000Z</dcterms:modified>
</coreProperties>
</file>