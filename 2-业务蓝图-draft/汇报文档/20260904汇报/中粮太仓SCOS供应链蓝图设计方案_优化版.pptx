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Masters/slideMaster17.xml" ContentType="application/vnd.openxmlformats-officedocument.presentationml.slideMaster+xml"/>
  <Override PartName="/ppt/slideMasters/theme/theme18.xml" ContentType="application/vnd.openxmlformats-officedocument.theme+xml"/>
  <Override PartName="/ppt/slideMasters/slideMaster18.xml" ContentType="application/vnd.openxmlformats-officedocument.presentationml.slideMaster+xml"/>
  <Override PartName="/ppt/slideMasters/theme/theme19.xml" ContentType="application/vnd.openxmlformats-officedocument.theme+xml"/>
  <Override PartName="/ppt/slideMasters/slideMaster19.xml" ContentType="application/vnd.openxmlformats-officedocument.presentationml.slideMaster+xml"/>
  <Override PartName="/ppt/slideMasters/theme/theme20.xml" ContentType="application/vnd.openxmlformats-officedocument.theme+xml"/>
  <Override PartName="/ppt/slideMasters/slideMaster20.xml" ContentType="application/vnd.openxmlformats-officedocument.presentationml.slideMaster+xml"/>
  <Override PartName="/ppt/slideMasters/theme/theme21.xml" ContentType="application/vnd.openxmlformats-officedocument.theme+xml"/>
  <Override PartName="/ppt/slideMasters/slideMaster21.xml" ContentType="application/vnd.openxmlformats-officedocument.presentationml.slideMaster+xml"/>
  <Override PartName="/ppt/slideMasters/theme/theme22.xml" ContentType="application/vnd.openxmlformats-officedocument.theme+xml"/>
  <Override PartName="/ppt/slideMasters/slideMaster22.xml" ContentType="application/vnd.openxmlformats-officedocument.presentationml.slideMaster+xml"/>
  <Override PartName="/ppt/slideMasters/theme/theme23.xml" ContentType="application/vnd.openxmlformats-officedocument.theme+xml"/>
  <Override PartName="/ppt/slideMasters/slideMaster23.xml" ContentType="application/vnd.openxmlformats-officedocument.presentationml.slideMaster+xml"/>
  <Override PartName="/ppt/slideMasters/theme/theme24.xml" ContentType="application/vnd.openxmlformats-officedocument.theme+xml"/>
  <Override PartName="/ppt/slideMasters/slideMaster24.xml" ContentType="application/vnd.openxmlformats-officedocument.presentationml.slideMaster+xml"/>
  <Override PartName="/ppt/slideMasters/theme/theme25.xml" ContentType="application/vnd.openxmlformats-officedocument.theme+xml"/>
  <Override PartName="/ppt/slideMasters/slideMaster25.xml" ContentType="application/vnd.openxmlformats-officedocument.presentationml.slideMaster+xml"/>
  <Override PartName="/ppt/slideMasters/theme/theme2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761d66c45c4706" /><Relationship Type="http://schemas.openxmlformats.org/officeDocument/2006/relationships/extended-properties" Target="/docProps/app.xml" Id="R82058f690d9b4854" /><Relationship Type="http://schemas.openxmlformats.org/officeDocument/2006/relationships/officeDocument" Target="/ppt/presentation.xml" Id="Rd41b8f2e9def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09080bba246b5"/>
    <p:sldMasterId xmlns:r="http://schemas.openxmlformats.org/officeDocument/2006/relationships" id="2147483651" r:id="R195c351e599f4243"/>
    <p:sldMasterId xmlns:r="http://schemas.openxmlformats.org/officeDocument/2006/relationships" id="2147483654" r:id="R3584b608c5c94dd9"/>
    <p:sldMasterId xmlns:r="http://schemas.openxmlformats.org/officeDocument/2006/relationships" id="2147483657" r:id="R1ea7c9236ef54bc6"/>
    <p:sldMasterId xmlns:r="http://schemas.openxmlformats.org/officeDocument/2006/relationships" id="2147483660" r:id="R995f5ad69ce84224"/>
    <p:sldMasterId xmlns:r="http://schemas.openxmlformats.org/officeDocument/2006/relationships" id="2147483663" r:id="R0cfee3806cc84eef"/>
    <p:sldMasterId xmlns:r="http://schemas.openxmlformats.org/officeDocument/2006/relationships" id="2147483666" r:id="R406ecbb722304e78"/>
    <p:sldMasterId xmlns:r="http://schemas.openxmlformats.org/officeDocument/2006/relationships" id="2147483669" r:id="R4363dd0445844692"/>
    <p:sldMasterId xmlns:r="http://schemas.openxmlformats.org/officeDocument/2006/relationships" id="2147483672" r:id="R4d785e745f2c4d4e"/>
    <p:sldMasterId xmlns:r="http://schemas.openxmlformats.org/officeDocument/2006/relationships" id="2147483675" r:id="R0fcdfc468fc549b1"/>
    <p:sldMasterId xmlns:r="http://schemas.openxmlformats.org/officeDocument/2006/relationships" id="2147483678" r:id="Re95793e0e93c44b6"/>
    <p:sldMasterId xmlns:r="http://schemas.openxmlformats.org/officeDocument/2006/relationships" id="2147483681" r:id="R46bb729b3d9244b6"/>
    <p:sldMasterId xmlns:r="http://schemas.openxmlformats.org/officeDocument/2006/relationships" id="2147483684" r:id="Rd83cdebd2823486b"/>
    <p:sldMasterId xmlns:r="http://schemas.openxmlformats.org/officeDocument/2006/relationships" id="2147483687" r:id="R57367f43d32b4e0d"/>
    <p:sldMasterId xmlns:r="http://schemas.openxmlformats.org/officeDocument/2006/relationships" id="2147483690" r:id="R799e21cc323849bc"/>
    <p:sldMasterId xmlns:r="http://schemas.openxmlformats.org/officeDocument/2006/relationships" id="2147483693" r:id="R4ea0d24ffbef4d1c"/>
    <p:sldMasterId xmlns:r="http://schemas.openxmlformats.org/officeDocument/2006/relationships" id="2147483696" r:id="R30e467eb9bcf41c7"/>
    <p:sldMasterId xmlns:r="http://schemas.openxmlformats.org/officeDocument/2006/relationships" id="2147483699" r:id="Rfdee3b50c9cc48e4"/>
    <p:sldMasterId xmlns:r="http://schemas.openxmlformats.org/officeDocument/2006/relationships" id="2147483702" r:id="R50520094336d4b29"/>
    <p:sldMasterId xmlns:r="http://schemas.openxmlformats.org/officeDocument/2006/relationships" id="2147483705" r:id="Rf49468fdf51c4a73"/>
    <p:sldMasterId xmlns:r="http://schemas.openxmlformats.org/officeDocument/2006/relationships" id="2147483708" r:id="Re7d05a6d68e94250"/>
    <p:sldMasterId xmlns:r="http://schemas.openxmlformats.org/officeDocument/2006/relationships" id="2147483711" r:id="Rcb3e259fd94a4532"/>
    <p:sldMasterId xmlns:r="http://schemas.openxmlformats.org/officeDocument/2006/relationships" id="2147483721" r:id="R680a3162865e4352"/>
    <p:sldMasterId xmlns:r="http://schemas.openxmlformats.org/officeDocument/2006/relationships" id="2147483724" r:id="R04e3412e297c4033"/>
    <p:sldMasterId xmlns:r="http://schemas.openxmlformats.org/officeDocument/2006/relationships" id="2147483727" r:id="Rcb3dac54ba794ba3"/>
  </p:sldMasterIdLst>
  <p:notesMasterIdLst>
    <p:notesMasterId xmlns:r="http://schemas.openxmlformats.org/officeDocument/2006/relationships" r:id="Reb41d425573b4c3e"/>
  </p:notesMasterIdLst>
  <p:sldIdLst>
    <p:sldId xmlns:r="http://schemas.openxmlformats.org/officeDocument/2006/relationships" id="256" r:id="R076d682154ed432a"/>
    <p:sldId xmlns:r="http://schemas.openxmlformats.org/officeDocument/2006/relationships" id="257" r:id="Rbe335d56d9264d8c"/>
    <p:sldId xmlns:r="http://schemas.openxmlformats.org/officeDocument/2006/relationships" id="258" r:id="R2ae677299c494681"/>
    <p:sldId xmlns:r="http://schemas.openxmlformats.org/officeDocument/2006/relationships" id="259" r:id="Rfcadc4815c664969"/>
    <p:sldId xmlns:r="http://schemas.openxmlformats.org/officeDocument/2006/relationships" id="260" r:id="Rc00115ac3dcf4433"/>
    <p:sldId xmlns:r="http://schemas.openxmlformats.org/officeDocument/2006/relationships" id="261" r:id="R6366d05294c94bd1"/>
    <p:sldId xmlns:r="http://schemas.openxmlformats.org/officeDocument/2006/relationships" id="262" r:id="Rb466e99e341544af"/>
    <p:sldId xmlns:r="http://schemas.openxmlformats.org/officeDocument/2006/relationships" id="263" r:id="R936f805cdfb34f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9075e1ad54319" /><Relationship Type="http://schemas.openxmlformats.org/officeDocument/2006/relationships/slideMaster" Target="/ppt/slideMasters/slideMaster1.xml" Id="R40609080bba246b5" /><Relationship Type="http://schemas.openxmlformats.org/officeDocument/2006/relationships/slideMaster" Target="/ppt/slideMasters/slideMaster2.xml" Id="R195c351e599f4243" /><Relationship Type="http://schemas.openxmlformats.org/officeDocument/2006/relationships/slideMaster" Target="/ppt/slideMasters/slideMaster3.xml" Id="R3584b608c5c94dd9" /><Relationship Type="http://schemas.openxmlformats.org/officeDocument/2006/relationships/slideMaster" Target="/ppt/slideMasters/slideMaster4.xml" Id="R1ea7c9236ef54bc6" /><Relationship Type="http://schemas.openxmlformats.org/officeDocument/2006/relationships/slideMaster" Target="/ppt/slideMasters/slideMaster5.xml" Id="R995f5ad69ce84224" /><Relationship Type="http://schemas.openxmlformats.org/officeDocument/2006/relationships/slideMaster" Target="/ppt/slideMasters/slideMaster6.xml" Id="R0cfee3806cc84eef" /><Relationship Type="http://schemas.openxmlformats.org/officeDocument/2006/relationships/slideMaster" Target="/ppt/slideMasters/slideMaster7.xml" Id="R406ecbb722304e78" /><Relationship Type="http://schemas.openxmlformats.org/officeDocument/2006/relationships/slideMaster" Target="/ppt/slideMasters/slideMaster8.xml" Id="R4363dd0445844692" /><Relationship Type="http://schemas.openxmlformats.org/officeDocument/2006/relationships/slideMaster" Target="/ppt/slideMasters/slideMaster9.xml" Id="R4d785e745f2c4d4e" /><Relationship Type="http://schemas.openxmlformats.org/officeDocument/2006/relationships/slideMaster" Target="/ppt/slideMasters/slideMaster10.xml" Id="R0fcdfc468fc549b1" /><Relationship Type="http://schemas.openxmlformats.org/officeDocument/2006/relationships/slideMaster" Target="/ppt/slideMasters/slideMaster11.xml" Id="Re95793e0e93c44b6" /><Relationship Type="http://schemas.openxmlformats.org/officeDocument/2006/relationships/slideMaster" Target="/ppt/slideMasters/slideMaster12.xml" Id="R46bb729b3d9244b6" /><Relationship Type="http://schemas.openxmlformats.org/officeDocument/2006/relationships/slideMaster" Target="/ppt/slideMasters/slideMaster13.xml" Id="Rd83cdebd2823486b" /><Relationship Type="http://schemas.openxmlformats.org/officeDocument/2006/relationships/slideMaster" Target="/ppt/slideMasters/slideMaster14.xml" Id="R57367f43d32b4e0d" /><Relationship Type="http://schemas.openxmlformats.org/officeDocument/2006/relationships/slideMaster" Target="/ppt/slideMasters/slideMaster15.xml" Id="R799e21cc323849bc" /><Relationship Type="http://schemas.openxmlformats.org/officeDocument/2006/relationships/slideMaster" Target="/ppt/slideMasters/slideMaster16.xml" Id="R4ea0d24ffbef4d1c" /><Relationship Type="http://schemas.openxmlformats.org/officeDocument/2006/relationships/slideMaster" Target="/ppt/slideMasters/slideMaster17.xml" Id="R30e467eb9bcf41c7" /><Relationship Type="http://schemas.openxmlformats.org/officeDocument/2006/relationships/slideMaster" Target="/ppt/slideMasters/slideMaster18.xml" Id="Rfdee3b50c9cc48e4" /><Relationship Type="http://schemas.openxmlformats.org/officeDocument/2006/relationships/slideMaster" Target="/ppt/slideMasters/slideMaster19.xml" Id="R50520094336d4b29" /><Relationship Type="http://schemas.openxmlformats.org/officeDocument/2006/relationships/slideMaster" Target="/ppt/slideMasters/slideMaster20.xml" Id="Rf49468fdf51c4a73" /><Relationship Type="http://schemas.openxmlformats.org/officeDocument/2006/relationships/slideMaster" Target="/ppt/slideMasters/slideMaster21.xml" Id="Re7d05a6d68e94250" /><Relationship Type="http://schemas.openxmlformats.org/officeDocument/2006/relationships/slideMaster" Target="/ppt/slideMasters/slideMaster22.xml" Id="Rcb3e259fd94a4532" /><Relationship Type="http://schemas.openxmlformats.org/officeDocument/2006/relationships/slideMaster" Target="/ppt/slideMasters/slideMaster23.xml" Id="R680a3162865e4352" /><Relationship Type="http://schemas.openxmlformats.org/officeDocument/2006/relationships/slideMaster" Target="/ppt/slideMasters/slideMaster24.xml" Id="R04e3412e297c4033" /><Relationship Type="http://schemas.openxmlformats.org/officeDocument/2006/relationships/slideMaster" Target="/ppt/slideMasters/slideMaster25.xml" Id="Rcb3dac54ba794ba3" /><Relationship Type="http://schemas.openxmlformats.org/officeDocument/2006/relationships/notesMaster" Target="/ppt/notesMasters/notesMaster1.xml" Id="Reb41d425573b4c3e" /><Relationship Type="http://schemas.openxmlformats.org/officeDocument/2006/relationships/presProps" Target="/ppt/presProps.xml" Id="Rceed90825a294231" /><Relationship Type="http://schemas.openxmlformats.org/officeDocument/2006/relationships/viewProps" Target="/ppt/viewProps.xml" Id="Rada15b4021b64ad8" /><Relationship Type="http://schemas.openxmlformats.org/officeDocument/2006/relationships/tableStyles" Target="/ppt/tableStyles.xml" Id="Rbf33a42be4124d2f" /><Relationship Type="http://schemas.openxmlformats.org/officeDocument/2006/relationships/slide" Target="/ppt/slides/slide1.xml" Id="R076d682154ed432a" /><Relationship Type="http://schemas.openxmlformats.org/officeDocument/2006/relationships/slide" Target="/ppt/slides/slide2.xml" Id="Rbe335d56d9264d8c" /><Relationship Type="http://schemas.openxmlformats.org/officeDocument/2006/relationships/slide" Target="/ppt/slides/slide3.xml" Id="R2ae677299c494681" /><Relationship Type="http://schemas.openxmlformats.org/officeDocument/2006/relationships/slide" Target="/ppt/slides/slide4.xml" Id="Rfcadc4815c664969" /><Relationship Type="http://schemas.openxmlformats.org/officeDocument/2006/relationships/slide" Target="/ppt/slides/slide5.xml" Id="Rc00115ac3dcf4433" /><Relationship Type="http://schemas.openxmlformats.org/officeDocument/2006/relationships/slide" Target="/ppt/slides/slide6.xml" Id="R6366d05294c94bd1" /><Relationship Type="http://schemas.openxmlformats.org/officeDocument/2006/relationships/slide" Target="/ppt/slides/slide7.xml" Id="Rb466e99e341544af" /><Relationship Type="http://schemas.openxmlformats.org/officeDocument/2006/relationships/slide" Target="/ppt/slides/slide8.xml" Id="R936f805cdfb3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7.xml" Id="R9c87e72d9239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7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f92e8d29d4f60" /><Relationship Type="http://schemas.openxmlformats.org/officeDocument/2006/relationships/notesMaster" Target="/ppt/notesMasters/notesMaster1.xml" Id="Rfe0666cbc209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cc0eee4a44387" /><Relationship Type="http://schemas.openxmlformats.org/officeDocument/2006/relationships/notesMaster" Target="/ppt/notesMasters/notesMaster1.xml" Id="R79643c71d759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e80dcc4a394465" /><Relationship Type="http://schemas.openxmlformats.org/officeDocument/2006/relationships/notesMaster" Target="/ppt/notesMasters/notesMaster1.xml" Id="R49ba4c6205de47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41783d14c4766" /><Relationship Type="http://schemas.openxmlformats.org/officeDocument/2006/relationships/notesMaster" Target="/ppt/notesMasters/notesMaster1.xml" Id="Refb371cab01a48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2b328796c1494b" /><Relationship Type="http://schemas.openxmlformats.org/officeDocument/2006/relationships/notesMaster" Target="/ppt/notesMasters/notesMaster1.xml" Id="Ra5286b5859d049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023c683a34c99" /><Relationship Type="http://schemas.openxmlformats.org/officeDocument/2006/relationships/notesMaster" Target="/ppt/notesMasters/notesMaster1.xml" Id="Rb583dd1c72a1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ed25fd4cd14fc3" /><Relationship Type="http://schemas.openxmlformats.org/officeDocument/2006/relationships/notesMaster" Target="/ppt/notesMasters/notesMaster1.xml" Id="R41ac7d177a00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452dc1280b4edd" /><Relationship Type="http://schemas.openxmlformats.org/officeDocument/2006/relationships/notesMaster" Target="/ppt/notesMasters/notesMaster1.xml" Id="R86a095a6584f43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关键业务流程/库存优化模块关键业务流程_业务蓝图版.md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关键业务流程/采购优化模块关键业务流程_业务蓝图版.md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- 0-raw-原始会议资料/20260824-成本核算调研.md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关键业务流程/驾驶舱模块关键业务流程_业务蓝图版.md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能碳精细化管理平台业务价值汇报.pptx（结构参考）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[Sources]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SCOS业务总图20260821_v0.1.vsdx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库存优化模块/库存优化模块技术方案.md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采购优化模块/采购优化模块技术方案.md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t>- 驾驶舱模块/驾驶舱模块技术方案.md</a:t>
            </a:r>
            <a:endParaRPr sz="1200" b="0" i="0" u="none">
              <a:solidFill>
                <a:srgbClr val="000000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d032cc66843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bdfcb6f7b4de5" /><Relationship Type="http://schemas.openxmlformats.org/officeDocument/2006/relationships/image" Target="/ppt/media/image.png" Id="Rd5bdfc44170b4b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4398191b104c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f8ab1ef9b94d69" /><Relationship Type="http://schemas.openxmlformats.org/officeDocument/2006/relationships/image" Target="/ppt/media/image.png" Id="R99f5c1d84b7f40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4a0532121d74d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a4eb5e961694a35" /><Relationship Type="http://schemas.openxmlformats.org/officeDocument/2006/relationships/image" Target="/ppt/media/image.png" Id="R8216060107b44b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911a1f0b70243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4fa999e362b4c6d" /><Relationship Type="http://schemas.openxmlformats.org/officeDocument/2006/relationships/image" Target="/ppt/media/image.png" Id="Re039799e1733402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88ae478776048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f5973fda09b7439e" /><Relationship Type="http://schemas.openxmlformats.org/officeDocument/2006/relationships/image" Target="/ppt/media/image.png" Id="R39ffd81f91ef4a3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6274560754824f0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f8100e5775094bd3" /><Relationship Type="http://schemas.openxmlformats.org/officeDocument/2006/relationships/image" Target="/ppt/media/image.png" Id="R0713add4787549c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23531c4f88f447a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bf48a5aa7a184254" /><Relationship Type="http://schemas.openxmlformats.org/officeDocument/2006/relationships/image" Target="/ppt/media/image.png" Id="R05d79656c06540f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dcec5f8419964ae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22ed91ffcccb4d4f" /><Relationship Type="http://schemas.openxmlformats.org/officeDocument/2006/relationships/image" Target="/ppt/media/image.png" Id="R9f3136480325440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9553a6179c8648a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4a588b453dc6449e" /><Relationship Type="http://schemas.openxmlformats.org/officeDocument/2006/relationships/image" Target="/ppt/media/image.png" Id="Rc76aaf20fb134aa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10885f2857734cd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2235281c20ab4384" /><Relationship Type="http://schemas.openxmlformats.org/officeDocument/2006/relationships/image" Target="/ppt/media/image.png" Id="Rc4398a04eb13440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c973f46788e7454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19dbaf9cbbd644c7" /><Relationship Type="http://schemas.openxmlformats.org/officeDocument/2006/relationships/image" Target="/ppt/media/image.png" Id="R59b246eb8b2e4bc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93a9a7e30733473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25c305a5643b4216" /><Relationship Type="http://schemas.openxmlformats.org/officeDocument/2006/relationships/image" Target="/ppt/media/image.png" Id="R5c2c6d2a025d4ae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84440599412c49f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fb51388342df452a" /><Relationship Type="http://schemas.openxmlformats.org/officeDocument/2006/relationships/image" Target="/ppt/media/image.png" Id="Rcbc7092579ef44c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8ca42d2b86c44e7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0e361021fe2242bc" /><Relationship Type="http://schemas.openxmlformats.org/officeDocument/2006/relationships/image" Target="/ppt/media/image.png" Id="R6d16d28e2268481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47a5e162d69047d7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f8638e905bed4976" /><Relationship Type="http://schemas.openxmlformats.org/officeDocument/2006/relationships/image" Target="/ppt/media/image.png" Id="R2578c1928adc410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a00d7d8fe88e479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6.xml" Id="R224911518a7446df" /><Relationship Type="http://schemas.openxmlformats.org/officeDocument/2006/relationships/image" Target="/ppt/media/image.png" Id="R1aa71b78d3124da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0259fbcf056c4e3f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7.xml" Id="R0202cca3649641c9" /><Relationship Type="http://schemas.openxmlformats.org/officeDocument/2006/relationships/image" Target="/ppt/media/image.png" Id="R1b28c71a48444ec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7a00121767c24d6e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8.xml" Id="R107af2718e514367" /><Relationship Type="http://schemas.openxmlformats.org/officeDocument/2006/relationships/image" Target="/ppt/media/image.png" Id="R61c685acc54746f4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9.xml" Id="R95b4c573507e40fb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9.xml" Id="R161066fc746242ec" /><Relationship Type="http://schemas.openxmlformats.org/officeDocument/2006/relationships/image" Target="/ppt/media/image.png" Id="Rfb65a6bb96414c3e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12029407fe0a4d9f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0.xml" Id="Rb787fa916f6247ac" /><Relationship Type="http://schemas.openxmlformats.org/officeDocument/2006/relationships/image" Target="/ppt/media/image.png" Id="R9c86ed076d4940cb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8465aba08d3a4e5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1.xml" Id="R6337e5f6f6904f71" /><Relationship Type="http://schemas.openxmlformats.org/officeDocument/2006/relationships/image" Target="/ppt/media/image.png" Id="Rc83559843ec24146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3a2c6fc8acd94776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c83800c4cc24438d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663b0d0519d245c5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6dd946bf7c514423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05d496a71c6248f4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6fbafaa001e8446c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eacaec6fbfa14f10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5d07b474d59b441c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2.xml" Id="Rd15ab397c79a49a5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3.xml" Id="R4d78ff54d5644d7e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3.xml" Id="R66e3a92eb4bb4dc0" /><Relationship Type="http://schemas.openxmlformats.org/officeDocument/2006/relationships/image" Target="/ppt/media/image.png" Id="R84aeb3d13e364eef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4.xml" Id="Rfcd4e27ff157479d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4.xml" Id="Rcd03e831b89f475e" /><Relationship Type="http://schemas.openxmlformats.org/officeDocument/2006/relationships/image" Target="/ppt/media/image.png" Id="Rd1f425f34e164a7e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5.xml" Id="R843c7e7e17854217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5.xml" Id="R335f8be2e8bc4ad6" /><Relationship Type="http://schemas.openxmlformats.org/officeDocument/2006/relationships/image" Target="/ppt/media/image.png" Id="R93f6d0fa4d8249c6" /></Relationships>
</file>

<file path=ppt/slideLayouts/slideLayout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D66E610-E849-44DA-8682-BD42F2B6656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83BFF27-FCA7-4461-9A01-9C1352C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dfc44170b4b02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9521C78-FD51-4820-8C8A-0761D09D012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06CBB69-C1B3-4813-A966-75910736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5c1d84b7f40d2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C4F9413-F7CA-4A48-8BD8-28FD42DA29D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40917C09-30BD-493A-A74B-098647B1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6060107b44bd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ECE417-9324-46E7-9ED8-3F327DD164B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9BE8156E-2836-4B9E-9BD8-31098EA9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9799e1733402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0E3DCE0-13A4-4B41-9400-5FD97CE6504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5087435-ABE1-4479-B147-8821B9B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fd81f91ef4a35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FDC4C32-27BA-4B28-81A1-7771C6DFB11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E29C7EE-8CB9-49D0-A144-C930157B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3add4787549c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5F6A550-8F3F-4A7F-8B5E-DA467A7599B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E0023A7C-2291-41B5-A9FE-0E69268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79656c06540f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7049882-25BF-4CFA-A691-2B1D7079F65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4C8DC2D6-FD05-4FCA-A76C-3A9EFC2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1364803254407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B2D8C3A-084C-4A41-B12E-87CE6692909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39CB8435-ECFF-4BDE-A7BC-DFE5F109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aaf20fb134aa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6E447D5-25DA-4BE2-8F2D-6960E53FF46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226DEF52-3186-471D-A16E-011A36C3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98a04eb13440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5367C44-49CE-4DBF-ACDE-D004287B98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66181D36-CA42-4E53-80EB-D84545F3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246eb8b2e4bc6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85AFF10-4131-4494-A2D9-6E2E4A5DD5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4A6133E-B0A7-4193-B164-0396161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c6d2a025d4ae5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C04595-7509-42F3-9046-40B31B258F7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714D83C-6AC1-4566-9C21-F553CC0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7092579ef44c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3AE0600-2547-4188-81AB-25264F6FB86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BF0D3A2B-6C53-4EAD-A0D1-EA856E3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6d28e22684819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7C4790E-AAFB-428E-BD47-B0693B316F7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522F2CB-CE87-4922-8E98-2F887624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8c1928adc410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CE55705-7ECB-4C7B-A41C-E7EB3C2586D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6BAD3920-F323-498A-877E-737C1A91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71b78d3124da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A9703C9-ADD9-44FF-8474-2402DE1E44A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96118493-66E3-4CA1-97DE-47418462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8c71a48444ec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6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B15D64C-3C2E-460B-B394-530EB967FB0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3DBC6EE-28F4-4183-8D7E-F1153A6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685acc54746f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8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9111048-1913-4A8E-AB38-6EE76EDDA1B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D7A66D53-EDA4-4187-9D5E-7070881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5a6bb96414c3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0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946A481-C12F-4F43-8BE1-4519B9C5A9E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1856A8F1-0694-4085-8941-C7F4687D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6ed076d4940cb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6B46AA3-30AA-4EF6-8F22-970B56DEB8F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B0CC2118-7A3E-4036-AD01-A4BB885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559843ec24146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3.xml><?xml version="1.0" encoding="utf-8"?>
<p:sldLayout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71B11EF-D1D2-4D67-841B-89876EF6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B73CD3F-159F-4512-BE17-476C3A89C3D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60401" y="1512888"/>
            <a:ext cx="7913565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 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24E8EFF-853C-4136-86CB-12AA339A62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60401" y="3992563"/>
            <a:ext cx="7913565" cy="931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655DA5D0-CD57-4F6B-B0F4-7C9BD76D460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67649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6509A216-536F-482C-A989-E3B514CAA0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3100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OfficePLUS</a:t>
            </a:r>
            <a:endParaRPr/>
          </a:p>
        </p:txBody>
      </p:sp>
    </p:spTree>
  </p:cSld>
</p:sldLayout>
</file>

<file path=ppt/slideLayouts/slideLayout44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DE691708-F0BD-461E-A2C7-0247C49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4169" y="5676332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2225E8CB-7347-4451-891B-04E1BF0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97579" y="4512922"/>
            <a:ext cx="4690154" cy="4690154"/>
          </a:xfrm>
          <a:prstGeom xmlns:a="http://schemas.openxmlformats.org/drawingml/2006/main" prst="arc">
            <a:avLst>
              <a:gd name="adj1" fmla="val 12847544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弧形 5">
            <a:extLst xmlns:a="http://schemas.openxmlformats.org/drawingml/2006/main">
              <a:ext uri="{FF2B5EF4-FFF2-40B4-BE49-F238E27FC236}">
                <a16:creationId xmlns:a16="http://schemas.microsoft.com/office/drawing/2014/main" id="{A3F38A4D-8FC8-4DD6-BB4D-7E2179E5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0" flipV="0">
            <a:off x="-2998951" y="3411550"/>
            <a:ext cx="6892898" cy="6892898"/>
          </a:xfrm>
          <a:prstGeom xmlns:a="http://schemas.openxmlformats.org/drawingml/2006/main" prst="arc">
            <a:avLst>
              <a:gd name="adj1" fmla="val 11885142"/>
              <a:gd name="adj2" fmla="val 18112891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7" name="弧形 6">
            <a:extLst xmlns:a="http://schemas.openxmlformats.org/drawingml/2006/main">
              <a:ext uri="{FF2B5EF4-FFF2-40B4-BE49-F238E27FC236}">
                <a16:creationId xmlns:a16="http://schemas.microsoft.com/office/drawing/2014/main" id="{0E91A48B-FF3F-4B50-8A6A-6E9FAB3D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-4411160" y="1999341"/>
            <a:ext cx="9717317" cy="9717317"/>
          </a:xfrm>
          <a:prstGeom xmlns:a="http://schemas.openxmlformats.org/drawingml/2006/main" prst="arc">
            <a:avLst>
              <a:gd name="adj1" fmla="val 885225"/>
              <a:gd name="adj2" fmla="val 7131830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98E1C98B-3D2B-42EB-B2BB-5EFB5FE7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0" flipV="0">
            <a:off x="-5935416" y="475085"/>
            <a:ext cx="12765829" cy="12765829"/>
          </a:xfrm>
          <a:prstGeom xmlns:a="http://schemas.openxmlformats.org/drawingml/2006/main" prst="arc">
            <a:avLst>
              <a:gd name="adj1" fmla="val 12663326"/>
              <a:gd name="adj2" fmla="val 1898460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277E250F-B238-4AA0-9746-A5C74C7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332" y="-762568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弧形 18">
            <a:extLst xmlns:a="http://schemas.openxmlformats.org/drawingml/2006/main">
              <a:ext uri="{FF2B5EF4-FFF2-40B4-BE49-F238E27FC236}">
                <a16:creationId xmlns:a16="http://schemas.microsoft.com/office/drawing/2014/main" id="{54649FFB-4C37-4CA1-9C54-6AA83AE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93598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弧形 19">
            <a:extLst xmlns:a="http://schemas.openxmlformats.org/drawingml/2006/main">
              <a:ext uri="{FF2B5EF4-FFF2-40B4-BE49-F238E27FC236}">
                <a16:creationId xmlns:a16="http://schemas.microsoft.com/office/drawing/2014/main" id="{82943845-67D0-41E7-8969-C0878FE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11969093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弧形 20">
            <a:extLst xmlns:a="http://schemas.openxmlformats.org/drawingml/2006/main">
              <a:ext uri="{FF2B5EF4-FFF2-40B4-BE49-F238E27FC236}">
                <a16:creationId xmlns:a16="http://schemas.microsoft.com/office/drawing/2014/main" id="{32D154A8-70CA-476C-BB07-D54FC28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8745550" y="-3027350"/>
            <a:ext cx="6892898" cy="6892898"/>
          </a:xfrm>
          <a:prstGeom xmlns:a="http://schemas.openxmlformats.org/drawingml/2006/main" prst="arc">
            <a:avLst>
              <a:gd name="adj1" fmla="val 11997002"/>
              <a:gd name="adj2" fmla="val 18351143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6" name="弧形 15">
            <a:extLst xmlns:a="http://schemas.openxmlformats.org/drawingml/2006/main">
              <a:ext uri="{FF2B5EF4-FFF2-40B4-BE49-F238E27FC236}">
                <a16:creationId xmlns:a16="http://schemas.microsoft.com/office/drawing/2014/main" id="{B00B864E-6238-4362-BEED-C5B325A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7333341" y="-4439559"/>
            <a:ext cx="9717317" cy="9717317"/>
          </a:xfrm>
          <a:prstGeom xmlns:a="http://schemas.openxmlformats.org/drawingml/2006/main" prst="arc">
            <a:avLst>
              <a:gd name="adj1" fmla="val 11968596"/>
              <a:gd name="adj2" fmla="val 1813159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23F30A-9D2E-4FDC-B4B2-C8CD90159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7448" y="3015885"/>
            <a:ext cx="5677105" cy="69382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973236-1CF6-4F06-98F9-572DD2703E8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57448" y="3736693"/>
            <a:ext cx="5677105" cy="965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24B4FD30-6B4C-4F8F-8B4E-32F4376B481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71003" y="367812"/>
            <a:ext cx="1043876" cy="830164"/>
          </a:xfr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日期占位符 5">
            <a:extLst xmlns:a="http://schemas.openxmlformats.org/drawingml/2006/main">
              <a:ext uri="{FF2B5EF4-FFF2-40B4-BE49-F238E27FC236}">
                <a16:creationId xmlns:a16="http://schemas.microsoft.com/office/drawing/2014/main" id="{9C46407D-EBAE-4311-AD60-F8677B9E31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D9D5AC4C-A29D-4C21-B06D-AD6B64FDA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D067D968-75CF-4A96-8611-10D7DEE531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408672DC-1EB9-4B0D-A18D-63E85783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318" y="0"/>
            <a:ext cx="684" cy="13546"/>
          </a:xfrm>
          <a:custGeom xmlns:a="http://schemas.openxmlformats.org/drawingml/2006/main"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401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28CD8AD-89DB-4533-B873-782D711B4F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69100" y="5255017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Signature</a:t>
            </a:r>
            <a:endParaRPr/>
          </a:p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3CBF290F-710F-4889-B464-5E07F1EBC5D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69100" y="5513549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5E22F2C-D57C-4309-AD83-201D42D4C42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69100" y="3247008"/>
            <a:ext cx="4843552" cy="11376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471ADC13-C7FA-4813-A791-910A304D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8207422" y="2065340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弧形 12">
            <a:extLst xmlns:a="http://schemas.openxmlformats.org/drawingml/2006/main">
              <a:ext uri="{FF2B5EF4-FFF2-40B4-BE49-F238E27FC236}">
                <a16:creationId xmlns:a16="http://schemas.microsoft.com/office/drawing/2014/main" id="{7E90196A-8BFA-4FA5-A26A-A1C30E4B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14615283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弧形 13">
            <a:extLst xmlns:a="http://schemas.openxmlformats.org/drawingml/2006/main">
              <a:ext uri="{FF2B5EF4-FFF2-40B4-BE49-F238E27FC236}">
                <a16:creationId xmlns:a16="http://schemas.microsoft.com/office/drawing/2014/main" id="{C6AE785C-D699-49B5-B516-70405B4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5884870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弧形 14">
            <a:extLst xmlns:a="http://schemas.openxmlformats.org/drawingml/2006/main">
              <a:ext uri="{FF2B5EF4-FFF2-40B4-BE49-F238E27FC236}">
                <a16:creationId xmlns:a16="http://schemas.microsoft.com/office/drawing/2014/main" id="{66FC8905-BC12-454A-B169-AAE555D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1003651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0B50296A-2229-4857-B057-248DBFB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7964632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弧形 8">
            <a:extLst xmlns:a="http://schemas.openxmlformats.org/drawingml/2006/main">
              <a:ext uri="{FF2B5EF4-FFF2-40B4-BE49-F238E27FC236}">
                <a16:creationId xmlns:a16="http://schemas.microsoft.com/office/drawing/2014/main" id="{B230774D-0212-4BA5-96C4-BB8026E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4530431" y="-1611651"/>
            <a:ext cx="9717317" cy="9717317"/>
          </a:xfrm>
          <a:prstGeom xmlns:a="http://schemas.openxmlformats.org/drawingml/2006/main" prst="arc">
            <a:avLst>
              <a:gd name="adj1" fmla="val 11003651"/>
              <a:gd name="adj2" fmla="val 17440526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EE3BBC64-E2D1-404C-8CC4-0BA6581F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1" flipV="0">
            <a:off x="-13006175" y="-3135907"/>
            <a:ext cx="12765829" cy="12765829"/>
          </a:xfrm>
          <a:prstGeom xmlns:a="http://schemas.openxmlformats.org/drawingml/2006/main" prst="arc">
            <a:avLst>
              <a:gd name="adj1" fmla="val 2152946"/>
              <a:gd name="adj2" fmla="val 6967338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4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4B49C59-AD33-4210-BD51-CEFF9AAC4B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659D5A8-FD20-4471-85F0-C51F579AE3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8A477DC-F541-4F87-9E53-D71F5CF955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8.xml><?xml version="1.0" encoding="utf-8"?>
<p:sldLayout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9.xml><?xml version="1.0" encoding="utf-8"?>
<p:sldLayout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B9162DA-4AC7-49D6-820F-B1865AA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85" y="2071370"/>
            <a:ext cx="3098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1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298CDD-AEF7-4718-A62A-6AB003F726A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B590253D-9582-478D-80FE-67B7A7A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eb3d13e364ee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3D4B8EF-22E1-46BD-A760-CE327DF63C92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FC33572-A175-432A-9596-4C5CE936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425f34e164a7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5682B8F-9A5F-49E0-ABF7-5BF8283610A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5E3C9CA-2E9D-4327-8140-2F4AA98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6d0fa4d8249c6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8dde8051d4a57" /><Relationship Type="http://schemas.openxmlformats.org/officeDocument/2006/relationships/slideLayout" Target="/ppt/slideLayouts/slideLayout1.xml" Id="R7053ac8f181847de" /><Relationship Type="http://schemas.openxmlformats.org/officeDocument/2006/relationships/slideLayout" Target="/ppt/slideLayouts/slideLayout2.xml" Id="Rb354f9cfc5f4454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8f4ef32a9f44eaf" /><Relationship Type="http://schemas.openxmlformats.org/officeDocument/2006/relationships/slideLayout" Target="/ppt/slideLayouts/slideLayout3.xml" Id="R2382661d0984449d" /><Relationship Type="http://schemas.openxmlformats.org/officeDocument/2006/relationships/slideLayout" Target="/ppt/slideLayouts/slideLayout4.xml" Id="Rc11c7c5080944c5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3bdaf3ca6534a6b" /><Relationship Type="http://schemas.openxmlformats.org/officeDocument/2006/relationships/slideLayout" Target="/ppt/slideLayouts/slideLayout5.xml" Id="R70fd5b3ca4434f9f" /><Relationship Type="http://schemas.openxmlformats.org/officeDocument/2006/relationships/slideLayout" Target="/ppt/slideLayouts/slideLayout6.xml" Id="Rf1784a6577fe491f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7f69a7cfff1d4b81" /><Relationship Type="http://schemas.openxmlformats.org/officeDocument/2006/relationships/slideLayout" Target="/ppt/slideLayouts/slideLayout7.xml" Id="R9809dd81abb9431d" /><Relationship Type="http://schemas.openxmlformats.org/officeDocument/2006/relationships/slideLayout" Target="/ppt/slideLayouts/slideLayout8.xml" Id="R1507f5e395bb49b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b1c905adc2ac4401" /><Relationship Type="http://schemas.openxmlformats.org/officeDocument/2006/relationships/slideLayout" Target="/ppt/slideLayouts/slideLayout9.xml" Id="Ra1e3fbbf945e4f04" /><Relationship Type="http://schemas.openxmlformats.org/officeDocument/2006/relationships/slideLayout" Target="/ppt/slideLayouts/slideLayout10.xml" Id="R24164409f5254980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d8c1961b9e7140b5" /><Relationship Type="http://schemas.openxmlformats.org/officeDocument/2006/relationships/slideLayout" Target="/ppt/slideLayouts/slideLayout11.xml" Id="Rca9b778333c44df4" /><Relationship Type="http://schemas.openxmlformats.org/officeDocument/2006/relationships/slideLayout" Target="/ppt/slideLayouts/slideLayout12.xml" Id="R6eee02ded3c84799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dd27fce510bb4e03" /><Relationship Type="http://schemas.openxmlformats.org/officeDocument/2006/relationships/slideLayout" Target="/ppt/slideLayouts/slideLayout13.xml" Id="R073cecf2155a4d71" /><Relationship Type="http://schemas.openxmlformats.org/officeDocument/2006/relationships/slideLayout" Target="/ppt/slideLayouts/slideLayout14.xml" Id="R3c64a73516324aac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9625301c02fe4884" /><Relationship Type="http://schemas.openxmlformats.org/officeDocument/2006/relationships/slideLayout" Target="/ppt/slideLayouts/slideLayout15.xml" Id="Ra0b29e42f0c54248" /><Relationship Type="http://schemas.openxmlformats.org/officeDocument/2006/relationships/slideLayout" Target="/ppt/slideLayouts/slideLayout16.xml" Id="Reb4a5a4471864d58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a6654d363b704e3d" /><Relationship Type="http://schemas.openxmlformats.org/officeDocument/2006/relationships/slideLayout" Target="/ppt/slideLayouts/slideLayout17.xml" Id="R900567fa0f3b42c7" /><Relationship Type="http://schemas.openxmlformats.org/officeDocument/2006/relationships/slideLayout" Target="/ppt/slideLayouts/slideLayout18.xml" Id="R56000118c35f4380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96e0cfc904704bc9" /><Relationship Type="http://schemas.openxmlformats.org/officeDocument/2006/relationships/slideLayout" Target="/ppt/slideLayouts/slideLayout19.xml" Id="R67f5c8fc80324c31" /><Relationship Type="http://schemas.openxmlformats.org/officeDocument/2006/relationships/slideLayout" Target="/ppt/slideLayouts/slideLayout20.xml" Id="Rd363789967a84026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3bdef945d8ad4d9d" /><Relationship Type="http://schemas.openxmlformats.org/officeDocument/2006/relationships/slideLayout" Target="/ppt/slideLayouts/slideLayout21.xml" Id="R8702fa865c8e4dde" /><Relationship Type="http://schemas.openxmlformats.org/officeDocument/2006/relationships/slideLayout" Target="/ppt/slideLayouts/slideLayout22.xml" Id="Rc7e2690359364be1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2b04b243d4f44844" /><Relationship Type="http://schemas.openxmlformats.org/officeDocument/2006/relationships/slideLayout" Target="/ppt/slideLayouts/slideLayout23.xml" Id="R40e72e19392b47b6" /><Relationship Type="http://schemas.openxmlformats.org/officeDocument/2006/relationships/slideLayout" Target="/ppt/slideLayouts/slideLayout24.xml" Id="Rfc7b9d7cf6d24a87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65390421c5d04807" /><Relationship Type="http://schemas.openxmlformats.org/officeDocument/2006/relationships/slideLayout" Target="/ppt/slideLayouts/slideLayout25.xml" Id="Raf2a894e9fdf40e7" /><Relationship Type="http://schemas.openxmlformats.org/officeDocument/2006/relationships/slideLayout" Target="/ppt/slideLayouts/slideLayout26.xml" Id="R1bcda525134f487b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26e44fd53e384f43" /><Relationship Type="http://schemas.openxmlformats.org/officeDocument/2006/relationships/slideLayout" Target="/ppt/slideLayouts/slideLayout27.xml" Id="Rc27c3661be944db6" /><Relationship Type="http://schemas.openxmlformats.org/officeDocument/2006/relationships/slideLayout" Target="/ppt/slideLayouts/slideLayout28.xml" Id="R0c60b3cd0cf14d79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theme" Target="/ppt/slideMasters/theme/theme16.xml" Id="R20ca80af03564b89" /><Relationship Type="http://schemas.openxmlformats.org/officeDocument/2006/relationships/slideLayout" Target="/ppt/slideLayouts/slideLayout29.xml" Id="R97e8c6a9a2914895" /><Relationship Type="http://schemas.openxmlformats.org/officeDocument/2006/relationships/slideLayout" Target="/ppt/slideLayouts/slideLayout30.xml" Id="R99b5c19bae2344dc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theme" Target="/ppt/slideMasters/theme/theme17.xml" Id="R991574864e564142" /><Relationship Type="http://schemas.openxmlformats.org/officeDocument/2006/relationships/slideLayout" Target="/ppt/slideLayouts/slideLayout31.xml" Id="R4623d554720242ee" /><Relationship Type="http://schemas.openxmlformats.org/officeDocument/2006/relationships/slideLayout" Target="/ppt/slideLayouts/slideLayout32.xml" Id="R10f7f14e2055481a" /></Relationships>
</file>

<file path=ppt/slideMasters/_rels/slideMaster17.xml.rels>&#65279;<?xml version="1.0" encoding="utf-8"?><Relationships xmlns="http://schemas.openxmlformats.org/package/2006/relationships"><Relationship Type="http://schemas.openxmlformats.org/officeDocument/2006/relationships/theme" Target="/ppt/slideMasters/theme/theme18.xml" Id="R5a4ba9ea191f49c7" /><Relationship Type="http://schemas.openxmlformats.org/officeDocument/2006/relationships/slideLayout" Target="/ppt/slideLayouts/slideLayout33.xml" Id="Rd3a14a2919704d88" /><Relationship Type="http://schemas.openxmlformats.org/officeDocument/2006/relationships/slideLayout" Target="/ppt/slideLayouts/slideLayout34.xml" Id="R37d45d691dd94b5d" /></Relationships>
</file>

<file path=ppt/slideMasters/_rels/slideMaster18.xml.rels>&#65279;<?xml version="1.0" encoding="utf-8"?><Relationships xmlns="http://schemas.openxmlformats.org/package/2006/relationships"><Relationship Type="http://schemas.openxmlformats.org/officeDocument/2006/relationships/theme" Target="/ppt/slideMasters/theme/theme19.xml" Id="R17239cbf9ab6460d" /><Relationship Type="http://schemas.openxmlformats.org/officeDocument/2006/relationships/slideLayout" Target="/ppt/slideLayouts/slideLayout35.xml" Id="R289123cd584549ff" /><Relationship Type="http://schemas.openxmlformats.org/officeDocument/2006/relationships/slideLayout" Target="/ppt/slideLayouts/slideLayout36.xml" Id="R39eb7ca98cec4c9d" /></Relationships>
</file>

<file path=ppt/slideMasters/_rels/slideMaster19.xml.rels>&#65279;<?xml version="1.0" encoding="utf-8"?><Relationships xmlns="http://schemas.openxmlformats.org/package/2006/relationships"><Relationship Type="http://schemas.openxmlformats.org/officeDocument/2006/relationships/theme" Target="/ppt/slideMasters/theme/theme20.xml" Id="R6b1d1c4e0ea1474f" /><Relationship Type="http://schemas.openxmlformats.org/officeDocument/2006/relationships/slideLayout" Target="/ppt/slideLayouts/slideLayout37.xml" Id="Ra3f6ad1448a2474b" /><Relationship Type="http://schemas.openxmlformats.org/officeDocument/2006/relationships/slideLayout" Target="/ppt/slideLayouts/slideLayout38.xml" Id="R05498978dddc46c7" /></Relationships>
</file>

<file path=ppt/slideMasters/_rels/slideMaster20.xml.rels>&#65279;<?xml version="1.0" encoding="utf-8"?><Relationships xmlns="http://schemas.openxmlformats.org/package/2006/relationships"><Relationship Type="http://schemas.openxmlformats.org/officeDocument/2006/relationships/theme" Target="/ppt/slideMasters/theme/theme21.xml" Id="R34e861405c5749e7" /><Relationship Type="http://schemas.openxmlformats.org/officeDocument/2006/relationships/slideLayout" Target="/ppt/slideLayouts/slideLayout39.xml" Id="Rdff68bd7fd804a2e" /><Relationship Type="http://schemas.openxmlformats.org/officeDocument/2006/relationships/slideLayout" Target="/ppt/slideLayouts/slideLayout40.xml" Id="R84594092051d4d31" /></Relationships>
</file>

<file path=ppt/slideMasters/_rels/slideMaster21.xml.rels>&#65279;<?xml version="1.0" encoding="utf-8"?><Relationships xmlns="http://schemas.openxmlformats.org/package/2006/relationships"><Relationship Type="http://schemas.openxmlformats.org/officeDocument/2006/relationships/theme" Target="/ppt/slideMasters/theme/theme22.xml" Id="R11b65aaf60e341d0" /><Relationship Type="http://schemas.openxmlformats.org/officeDocument/2006/relationships/slideLayout" Target="/ppt/slideLayouts/slideLayout41.xml" Id="R0116532f5ebd4f59" /><Relationship Type="http://schemas.openxmlformats.org/officeDocument/2006/relationships/slideLayout" Target="/ppt/slideLayouts/slideLayout42.xml" Id="R6bc2b7568a954d49" /></Relationships>
</file>

<file path=ppt/slideMasters/_rels/slideMaster22.xml.rels>&#65279;<?xml version="1.0" encoding="utf-8"?><Relationships xmlns="http://schemas.openxmlformats.org/package/2006/relationships"><Relationship Type="http://schemas.openxmlformats.org/officeDocument/2006/relationships/theme" Target="/ppt/slideMasters/theme/theme23.xml" Id="R156c7013aa094353" /><Relationship Type="http://schemas.openxmlformats.org/officeDocument/2006/relationships/slideLayout" Target="/ppt/slideLayouts/slideLayout43.xml" Id="R81cb4ebc582f4145" /><Relationship Type="http://schemas.openxmlformats.org/officeDocument/2006/relationships/slideLayout" Target="/ppt/slideLayouts/slideLayout44.xml" Id="Rd39f9e81741040d1" /><Relationship Type="http://schemas.openxmlformats.org/officeDocument/2006/relationships/slideLayout" Target="/ppt/slideLayouts/slideLayout45.xml" Id="R22d398d8660d4cc8" /><Relationship Type="http://schemas.openxmlformats.org/officeDocument/2006/relationships/slideLayout" Target="/ppt/slideLayouts/slideLayout46.xml" Id="Re8019ece2f474c9c" /><Relationship Type="http://schemas.openxmlformats.org/officeDocument/2006/relationships/slideLayout" Target="/ppt/slideLayouts/slideLayout47.xml" Id="R1f759a99e8f943b4" /><Relationship Type="http://schemas.openxmlformats.org/officeDocument/2006/relationships/slideLayout" Target="/ppt/slideLayouts/slideLayout48.xml" Id="Rbaaebd1684394d34" /><Relationship Type="http://schemas.openxmlformats.org/officeDocument/2006/relationships/slideLayout" Target="/ppt/slideLayouts/slideLayout49.xml" Id="R7b4eb87a8b544fe0" /><Relationship Type="http://schemas.openxmlformats.org/officeDocument/2006/relationships/slideLayout" Target="/ppt/slideLayouts/slideLayout50.xml" Id="Re7c659eb854f465d" /><Relationship Type="http://schemas.openxmlformats.org/officeDocument/2006/relationships/slideLayout" Target="/ppt/slideLayouts/slideLayout51.xml" Id="R60c20c130f484c29" /></Relationships>
</file>

<file path=ppt/slideMasters/_rels/slideMaster23.xml.rels>&#65279;<?xml version="1.0" encoding="utf-8"?><Relationships xmlns="http://schemas.openxmlformats.org/package/2006/relationships"><Relationship Type="http://schemas.openxmlformats.org/officeDocument/2006/relationships/theme" Target="/ppt/slideMasters/theme/theme24.xml" Id="R11a7b36cda034f94" /><Relationship Type="http://schemas.openxmlformats.org/officeDocument/2006/relationships/slideLayout" Target="/ppt/slideLayouts/slideLayout52.xml" Id="Rdb0829728d40400f" /><Relationship Type="http://schemas.openxmlformats.org/officeDocument/2006/relationships/slideLayout" Target="/ppt/slideLayouts/slideLayout53.xml" Id="Ref8c4df1e492461c" /></Relationships>
</file>

<file path=ppt/slideMasters/_rels/slideMaster24.xml.rels>&#65279;<?xml version="1.0" encoding="utf-8"?><Relationships xmlns="http://schemas.openxmlformats.org/package/2006/relationships"><Relationship Type="http://schemas.openxmlformats.org/officeDocument/2006/relationships/theme" Target="/ppt/slideMasters/theme/theme25.xml" Id="R036a82844f8047f7" /><Relationship Type="http://schemas.openxmlformats.org/officeDocument/2006/relationships/slideLayout" Target="/ppt/slideLayouts/slideLayout54.xml" Id="R0dcb4533481b4121" /><Relationship Type="http://schemas.openxmlformats.org/officeDocument/2006/relationships/slideLayout" Target="/ppt/slideLayouts/slideLayout55.xml" Id="Rb67e1bd925a84e9a" /></Relationships>
</file>

<file path=ppt/slideMasters/_rels/slideMaster25.xml.rels>&#65279;<?xml version="1.0" encoding="utf-8"?><Relationships xmlns="http://schemas.openxmlformats.org/package/2006/relationships"><Relationship Type="http://schemas.openxmlformats.org/officeDocument/2006/relationships/theme" Target="/ppt/slideMasters/theme/theme26.xml" Id="R3199469811cd469d" /><Relationship Type="http://schemas.openxmlformats.org/officeDocument/2006/relationships/slideLayout" Target="/ppt/slideLayouts/slideLayout56.xml" Id="R22729b0a156643ad" /><Relationship Type="http://schemas.openxmlformats.org/officeDocument/2006/relationships/slideLayout" Target="/ppt/slideLayouts/slideLayout57.xml" Id="Raa16c5a0dcd44ae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3ac8f181847de"/>
    <p:sldLayoutId xmlns:r="http://schemas.openxmlformats.org/officeDocument/2006/relationships" id="2147483650" r:id="Rb354f9cfc5f4454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2382661d0984449d"/>
    <p:sldLayoutId xmlns:r="http://schemas.openxmlformats.org/officeDocument/2006/relationships" id="2147483653" r:id="Rc11c7c5080944c5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70fd5b3ca4434f9f"/>
    <p:sldLayoutId xmlns:r="http://schemas.openxmlformats.org/officeDocument/2006/relationships" id="2147483656" r:id="Rf1784a6577fe491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9809dd81abb9431d"/>
    <p:sldLayoutId xmlns:r="http://schemas.openxmlformats.org/officeDocument/2006/relationships" id="2147483659" r:id="R1507f5e395bb49b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1e3fbbf945e4f04"/>
    <p:sldLayoutId xmlns:r="http://schemas.openxmlformats.org/officeDocument/2006/relationships" id="2147483662" r:id="R24164409f525498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a9b778333c44df4"/>
    <p:sldLayoutId xmlns:r="http://schemas.openxmlformats.org/officeDocument/2006/relationships" id="2147483665" r:id="R6eee02ded3c8479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073cecf2155a4d71"/>
    <p:sldLayoutId xmlns:r="http://schemas.openxmlformats.org/officeDocument/2006/relationships" id="2147483668" r:id="R3c64a73516324aa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a0b29e42f0c54248"/>
    <p:sldLayoutId xmlns:r="http://schemas.openxmlformats.org/officeDocument/2006/relationships" id="2147483671" r:id="Reb4a5a4471864d5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900567fa0f3b42c7"/>
    <p:sldLayoutId xmlns:r="http://schemas.openxmlformats.org/officeDocument/2006/relationships" id="2147483674" r:id="R56000118c35f438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6" r:id="R67f5c8fc80324c31"/>
    <p:sldLayoutId xmlns:r="http://schemas.openxmlformats.org/officeDocument/2006/relationships" id="2147483677" r:id="Rd363789967a8402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9" r:id="R8702fa865c8e4dde"/>
    <p:sldLayoutId xmlns:r="http://schemas.openxmlformats.org/officeDocument/2006/relationships" id="2147483680" r:id="Rc7e2690359364be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2" r:id="R40e72e19392b47b6"/>
    <p:sldLayoutId xmlns:r="http://schemas.openxmlformats.org/officeDocument/2006/relationships" id="2147483683" r:id="Rfc7b9d7cf6d24a8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5" r:id="Raf2a894e9fdf40e7"/>
    <p:sldLayoutId xmlns:r="http://schemas.openxmlformats.org/officeDocument/2006/relationships" id="2147483686" r:id="R1bcda525134f487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8" r:id="Rc27c3661be944db6"/>
    <p:sldLayoutId xmlns:r="http://schemas.openxmlformats.org/officeDocument/2006/relationships" id="2147483689" r:id="R0c60b3cd0cf14d7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1" r:id="R97e8c6a9a2914895"/>
    <p:sldLayoutId xmlns:r="http://schemas.openxmlformats.org/officeDocument/2006/relationships" id="2147483692" r:id="R99b5c19bae2344d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4" r:id="R4623d554720242ee"/>
    <p:sldLayoutId xmlns:r="http://schemas.openxmlformats.org/officeDocument/2006/relationships" id="2147483695" r:id="R10f7f14e2055481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7" r:id="Rd3a14a2919704d88"/>
    <p:sldLayoutId xmlns:r="http://schemas.openxmlformats.org/officeDocument/2006/relationships" id="2147483698" r:id="R37d45d691dd94b5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0" r:id="R289123cd584549ff"/>
    <p:sldLayoutId xmlns:r="http://schemas.openxmlformats.org/officeDocument/2006/relationships" id="2147483701" r:id="R39eb7ca98cec4c9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3" r:id="Ra3f6ad1448a2474b"/>
    <p:sldLayoutId xmlns:r="http://schemas.openxmlformats.org/officeDocument/2006/relationships" id="2147483704" r:id="R05498978dddc46c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6" r:id="Rdff68bd7fd804a2e"/>
    <p:sldLayoutId xmlns:r="http://schemas.openxmlformats.org/officeDocument/2006/relationships" id="2147483707" r:id="R84594092051d4d3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9" r:id="R0116532f5ebd4f59"/>
    <p:sldLayoutId xmlns:r="http://schemas.openxmlformats.org/officeDocument/2006/relationships" id="2147483710" r:id="R6bc2b7568a954d4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1C6877F-1AA7-46B5-8193-0F4BE77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97AFA47-100C-46A2-BBEF-794B6C4AE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2" y="0"/>
            <a:ext cx="10858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43C5BA8-6EC1-4926-98FE-A8C2441592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2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F588EA14-1819-4367-A910-7D0AFEB570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E2B8C5D6-DB30-4EA9-BDC4-D70EC4969D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52BC6AF9-EADA-4D81-A91D-4B0487941D9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81cb4ebc582f4145"/>
    <p:sldLayoutId xmlns:r="http://schemas.openxmlformats.org/officeDocument/2006/relationships" id="2147483713" r:id="Rd39f9e81741040d1"/>
    <p:sldLayoutId xmlns:r="http://schemas.openxmlformats.org/officeDocument/2006/relationships" id="2147483714" r:id="R22d398d8660d4cc8"/>
    <p:sldLayoutId xmlns:r="http://schemas.openxmlformats.org/officeDocument/2006/relationships" id="2147483715" r:id="Re8019ece2f474c9c"/>
    <p:sldLayoutId xmlns:r="http://schemas.openxmlformats.org/officeDocument/2006/relationships" id="2147483716" r:id="R1f759a99e8f943b4"/>
    <p:sldLayoutId xmlns:r="http://schemas.openxmlformats.org/officeDocument/2006/relationships" id="2147483717" r:id="Rbaaebd1684394d34"/>
    <p:sldLayoutId xmlns:r="http://schemas.openxmlformats.org/officeDocument/2006/relationships" id="2147483718" r:id="R7b4eb87a8b544fe0"/>
    <p:sldLayoutId xmlns:r="http://schemas.openxmlformats.org/officeDocument/2006/relationships" id="2147483719" r:id="Re7c659eb854f465d"/>
    <p:sldLayoutId xmlns:r="http://schemas.openxmlformats.org/officeDocument/2006/relationships" id="2147483720" r:id="R60c20c130f484c2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2" r:id="Rdb0829728d40400f"/>
    <p:sldLayoutId xmlns:r="http://schemas.openxmlformats.org/officeDocument/2006/relationships" id="2147483723" r:id="Ref8c4df1e492461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5" r:id="R0dcb4533481b4121"/>
    <p:sldLayoutId xmlns:r="http://schemas.openxmlformats.org/officeDocument/2006/relationships" id="2147483726" r:id="Rb67e1bd925a84e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28" r:id="R22729b0a156643ad"/>
    <p:sldLayoutId xmlns:r="http://schemas.openxmlformats.org/officeDocument/2006/relationships" id="2147483729" r:id="Raa16c5a0dcd44ae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1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2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3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4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5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6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7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8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9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0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1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2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3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4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26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91434b7d6a9c4fbb" /><Relationship Type="http://schemas.openxmlformats.org/officeDocument/2006/relationships/image" Target="/ppt/media/image.png" Id="R85c0f655e9544dd1" /><Relationship Type="http://schemas.openxmlformats.org/officeDocument/2006/relationships/notesSlide" Target="/ppt/notesSlides/notesSlide1.xml" Id="Rc201ce0318f24e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30501c00d0ef4088" /><Relationship Type="http://schemas.openxmlformats.org/officeDocument/2006/relationships/image" Target="/ppt/media/image.png" Id="Rb2b09fa512a24ed7" /><Relationship Type="http://schemas.openxmlformats.org/officeDocument/2006/relationships/notesSlide" Target="/ppt/notesSlides/notesSlide2.xml" Id="R74f6c82ba59a4d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d7dd6d14a78f400f" /><Relationship Type="http://schemas.openxmlformats.org/officeDocument/2006/relationships/image" Target="/ppt/media/image.png" Id="Re320134f03bf4354" /><Relationship Type="http://schemas.openxmlformats.org/officeDocument/2006/relationships/notesSlide" Target="/ppt/notesSlides/notesSlide3.xml" Id="R4b5b118d76f348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0283cbb82e66480c" /><Relationship Type="http://schemas.openxmlformats.org/officeDocument/2006/relationships/image" Target="/ppt/media/image.png" Id="R813cad2848f64396" /><Relationship Type="http://schemas.openxmlformats.org/officeDocument/2006/relationships/notesSlide" Target="/ppt/notesSlides/notesSlide4.xml" Id="R35799cbed85a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9205e63e4b784810" /><Relationship Type="http://schemas.openxmlformats.org/officeDocument/2006/relationships/image" Target="/ppt/media/image.png" Id="R958993c642e9405f" /><Relationship Type="http://schemas.openxmlformats.org/officeDocument/2006/relationships/notesSlide" Target="/ppt/notesSlides/notesSlide5.xml" Id="Reb9a7eed56d64b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a13c57e7558e465b" /><Relationship Type="http://schemas.openxmlformats.org/officeDocument/2006/relationships/image" Target="/ppt/media/image.png" Id="Rdfe77ec5a7b24b25" /><Relationship Type="http://schemas.openxmlformats.org/officeDocument/2006/relationships/notesSlide" Target="/ppt/notesSlides/notesSlide6.xml" Id="Rd2d45769cdac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5.xml" Id="R64294c36e431421b" /><Relationship Type="http://schemas.openxmlformats.org/officeDocument/2006/relationships/image" Target="/ppt/media/image.png" Id="R2d7d8d65af7e4ed2" /><Relationship Type="http://schemas.openxmlformats.org/officeDocument/2006/relationships/notesSlide" Target="/ppt/notesSlides/notesSlide7.xml" Id="R0008a867e3664a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7.xml" Id="R3b3c15e543c248cb" /><Relationship Type="http://schemas.openxmlformats.org/officeDocument/2006/relationships/image" Target="/ppt/media/image.png" Id="R93af4b4d1dea4ba5" /><Relationship Type="http://schemas.openxmlformats.org/officeDocument/2006/relationships/notesSlide" Target="/ppt/notesSlides/notesSlide8.xml" Id="R41b47d7ebaa9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0f655e9544d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1D204323-2104-4C21-B7CD-66273FFC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SCOS平台整体定位—建设方案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2B46C-6B37-4A19-84FC-69BCB6CC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以计划协同为主线，把分散数据转化为可执行方案，把局部优化升级为供应链全局经营优化。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EF60B-F02F-49CF-A8D5-8BBD8CBB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业务与数据基础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C4A2C-01D8-41B5-B444-BDE5BF35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C09AD-CDF4-4A9D-9ED8-C6CFAB0B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SCOS智能决策中枢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3C8B0-17BB-4B1A-AE96-70B596D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3357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22A8E-D308-4CEF-A8C8-30DB20EE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B92A1-58B9-4C1A-9021-43D8CDB6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3357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E614E-CD0E-4E1F-A08A-B44C9FAC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2E733-90A8-4C7F-BA51-B9CD22A4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CRM / 销售与出货计划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54F93-8134-4E3B-9031-80430A0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04305-24F5-41F1-9DAD-F80B27F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193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MES / 生产执行与报工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41432-138A-491F-AFD5-3F459E1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434E9-CB91-4303-901E-F970D41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146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SAP / 采购、成本与订单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B2EC6-FCAA-4391-AED6-789B1FE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11B91-9805-4CA7-96E5-77517529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99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WMS / 库存、批次与到货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7C4DA-5AE7-47F5-9DC8-54F76762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524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6559D-A5B8-4BF0-993A-B3E17FD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行情、供应商与设备约束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DBB8B-0D55-4147-B524-7982A118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56118-C214-4204-AC68-921BD40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3BD42-408C-4CF8-BEEC-F605983E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D23F8-9B79-46BC-BCBC-E0497955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78778-5558-44A9-90C9-A6125EC0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91000"/>
            <a:ext cx="685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DA96A-F86F-4E89-8AC8-80B8850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4790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2D3D"/>
          </a:solidFill>
          <a:ln xmlns:a="http://schemas.openxmlformats.org/drawingml/2006/main" w="28575">
            <a:solidFill>
              <a:srgbClr val="23D4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3AD5E-9D8A-495F-96DB-942924B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SCOS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8DE91-27C8-47AD-BCA0-EFD3B3ED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33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供应链协同优化平台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7DC27C-A689-4BB8-B40C-F3727FE2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模型编排 · 计划协同</a:t>
            </a:r>
          </a:p>
          <a:p xmlns:a="http://schemas.openxmlformats.org/drawingml/2006/main">
            <a:pPr algn="ctr"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预警闭环 · 情景推演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7D7786-D17A-4FAF-8DA1-FF48847A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F224EF-2AC8-4AF7-A49C-7605DFE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383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2FB60-B47D-4280-A78A-F057ABDC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05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可执行方案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B873B1-EBE0-484E-9C23-45169B0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003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把需求、库存、排程、采购与成本联成一套计划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130BEC-455D-44E7-B62C-1528E4D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8361C6-D5F1-4CFF-A5CE-194394AE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全局经营优化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5B6302-1E3B-4F29-B6B1-AC785611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671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平衡交付、库存、产能、供应风险与综合成本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40BDAD-BE3E-45E7-A530-05A75FA2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342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528ACB-4C6A-4010-9712-8991C58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持续进化能力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5D60FB-7CE9-4E01-BB40-751C255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33900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执行反馈校准参数，沉淀规则、模型与决策知识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1D581-D4B0-41B3-9E26-5407F36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43550"/>
            <a:ext cx="7953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FFB34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0F7AD4-B66E-4F04-B190-213C8CDF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60070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平台价值主张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FE9DE-2765-4309-A451-27CDECA2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886450"/>
            <a:ext cx="7667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从“看见问题”走向“提前预判、协同优化、闭环执行”，形成太仓糖厂供应链数字化决策底座。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09fa512a24e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9581232E-9878-4531-8A0F-25B78B4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SCOS总体架构与业务闭环—建设方案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5E2BA-23CF-4A37-BE86-31E85D4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统一数据底座承载真实业务状态，模型服务形成优化方案，协同工作台推动确认与执行，驾驶舱贯穿监测、决策和复盘。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26810-DC8A-4C86-99CC-2DF230C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数据源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C70E6-2D13-45A8-AA37-4C781291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91264-2652-4B48-8D18-55EFA7F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097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平台核心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ED557-3FC6-451F-AACF-2FED266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859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DF949-DF06-47CF-A2D8-6A6AADF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09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C8CFF-91B3-4C33-B7EF-3791869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859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90F20-980F-49C2-BDF7-C9CFC79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FAF7-6FF6-42B2-B836-CCF7C1D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050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EDBA5-E668-4DD7-8546-9801D50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917E7-EA52-4497-8FE1-7694C97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CBE70-04D0-4F15-946E-72D0E97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C1819-CC82-41F2-893F-2792EF00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99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A3BBF-FC82-40F0-BCED-E314A691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EB2DE-0914-4D80-8EE7-A3E3E3BF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C14C4-112D-4CBE-8358-9412D70E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76ADE-EDB7-4A6B-8627-BD0DA5A2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148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行情/设备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B8A48-C24A-4E4B-A91F-5825545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720A9-122B-4588-9490-C79A5A4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657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96150-C17A-4685-A4BE-8A9BCE7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574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统一数据与模型输入输出沙盒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3D6DB-1385-4FFE-A769-FE5328B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431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主数据、订单、计划、库存、批次、采购、成本、设备与版本快照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CCBE1-DD70-44B5-84C2-B7493D0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657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52F03-B11E-4631-BBC5-9F24CD6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622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供应链优化模型服务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0382A-7169-4143-8DC0-0439F047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02246B-8060-4E43-9F76-8C4C644A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438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B64AF-5303-44D6-8D35-1DCE90A3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290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B4DC3C-D426-4F1C-A142-92AC48D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438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E1A47-C795-47D2-9034-E9672F2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E9C2C7-A16B-42AC-B410-B43A709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38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4CDD84-C322-4418-98BA-CBB31B7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6E8E8B-29CF-4B24-9A9F-A9910D68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38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80704E-C770-46B0-A55B-CFBCCC7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93DBD-7ED7-47EE-B7F4-3640E6B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38525"/>
            <a:ext cx="93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情景编排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45E627-9B56-4A69-9490-98013B31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6572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88C880-C961-462F-9415-373DDB6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计划协同与执行闭环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2C6D6-F423-47D1-8B39-61B212D1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434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方案生成 → 业务确认 → 审批发布 → 源系统执行 → 结果回传 → 参数校准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25B00-4234-45EA-AB4A-48FB8409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574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5666B4-F4C3-40C1-95AD-08E10FD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669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计划工作台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F2DD10-52A7-4F43-B5D0-DF13F38B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170CD6-63DB-4F5E-84E5-B30B2C27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5747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108764-E35B-4F7D-83D0-2A14198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745FFE-C650-49AE-81E1-BC061FB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480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预警工单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C2DC65-657E-4330-A696-591F0F8C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2905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730F866-7F44-4B69-9E4D-B56570C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3857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沙盘推演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67A05D-4E13-48FD-AA75-68B81FB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196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BB2C49-28FE-4241-8B31-9FDE1AF7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29125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权限审计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03904C-5200-4463-B49F-E3EFFE90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242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877966-829D-400B-8E82-F45EC6CC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24500"/>
            <a:ext cx="70485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E48BC1-2965-41CA-9354-FCFBFE2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959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执行反馈、KPI偏差与异常事件驱动下一轮计划优化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A23300-6FF4-46D2-9590-7ECEFDE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817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闭环目标：让计划有依据、方案可解释、执行有跟踪、异常可处置、效果可复盘。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0134f03bf43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C3102016-0FB5-4452-A150-668B66D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库存优化—数据流与决策闭环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5A01B-395A-4D32-93C7-4A5D07D2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9A59D-8E2D-464D-8B02-D685AA92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B9ED5-1502-427B-9DC2-A54960BB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9F89D-3838-43CD-B69C-12C7DA05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AC09D-EBF5-44E1-AD8D-0254208B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FC1A0-DE3D-40C7-A032-B51E1325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40BFE-39EA-4E70-ACB3-C65997E8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686BA-3435-4085-AF3B-17803A83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FE3E-CA07-4651-AFCD-5F93AB3A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8081C-20C7-4BA9-A897-2692E9FC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E3BA-F413-4A03-A765-05A7D0F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销售/出货计划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565B7-8E62-453F-8C83-BED82BA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3358D-762E-43E6-AEA2-8F0CF39C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可用库存与罐位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14B03-AE24-4D60-9775-0BE7D2A1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D8346-1254-4040-BE53-48D3A0A9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已排程计划入库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88372-E34D-447E-B574-F6E82EA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E0B1E-659B-4972-8B5E-1FB4FE3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服务水平与提前期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E51D3-E081-4939-A929-D4A383A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41AE7-F23D-4330-B25F-159E715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581DD-44AA-462D-A9C7-91E7291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600F7-8CAB-468F-A9B0-2B8FC56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E36C5-8DF8-40D8-BA1A-6B629A11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5709B-7161-4B28-A414-8D4E35E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635A4-8629-430F-9DB2-90E76D66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F3905-4C13-48F1-A601-D1774E1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5C6BB0-03E5-43E2-9B2E-B0B3EBA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50A5E-4BAF-4C63-9EBC-E58F283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940E6-C67C-469C-82C8-6E2D6984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A8BEB-021D-4443-A216-D92EE49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EC88B-8CC4-48BB-8096-2B5D2BF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30F31-5920-4BFD-B5A5-F144A5F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C19A35-E3A3-4D01-A36E-AA04002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5607E9-FC0D-4027-ADB2-23F41F2E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3DB276-2E72-4714-88D2-DB45888A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A47561-A933-499F-9CB6-7051D86B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F912CE-0E85-468B-975C-570876ED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0521C2-7900-4D8F-8A1E-1F359839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00AE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63F501-4318-4559-B4B0-86882B59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24B6A6-5F1D-4076-8D1D-0C794A5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84AB8B-20D5-4AF9-96F7-FF3134F5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0ECE75-AE1E-418F-97ED-CC8A1BAF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A5D59F-54DD-482B-B3F3-BFF2F276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BD051F-5939-47BC-84F5-557B5B6B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932C6E-C6C9-494A-A700-C2C8383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4D04A-3042-45F9-B5C9-0E4F945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7FA019-4985-4B4C-8AFC-AEB85FC8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cad2848f643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4CF2B57B-77D9-45BA-B3C5-78D7D649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精益排程—数据流与协同闭环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4041F-03B6-40FF-A88E-6B98D2B1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承接订单交付与库存补货需求，在产能、设备、物料和检修约束下形成可执行生产计划，并向上下游释放一致的时间承诺。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50DF9-AA68-43CB-9238-8E536BB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22081-140D-4179-998A-D14BF26D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EE2CA-6FEF-41F3-92D6-7E43D2C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AC64F-CDD2-450F-8841-47D9309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3D94A-1431-4D8C-ACD8-ECEBEE4A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F3A1F-EA40-4E85-868D-BE95CCF2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ECDA3-02BB-49F2-9FCA-9B556F22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3FDC8-9A53-4104-B2DC-6B9A5BEF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BED30-7563-42A0-9950-517E3FE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A822E-5AF6-4D31-9168-3687BADC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订单与交付优先级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FE69F-7F24-4503-828D-5D05E2FF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67BE5-CAE4-4B55-AC0C-A03F6B1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库存补货需求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71A09-D224-4F08-A8BD-8344A78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D1B0D-B983-4079-8A7D-5F3D241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产线/设备/检修约束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1DAB6-194A-4628-A604-229EFCF3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B473A-85D4-41F0-82AC-151A3F2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原辅包可用与到货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03E38-985C-4638-8454-D98C94DF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F25FC-7666-47C2-9F30-C2A043D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生产综合计划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E34A1-FA91-4897-B0C4-2B84F11D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967B7-0CC9-41F7-BAA3-FD854FC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日生产需求表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6D760-DAB6-4A99-9F9E-6068646B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48D36-816C-4004-B706-2A5E426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完工/入库时间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D28A6-C9D3-4984-BE0D-0DBD605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E1F648-1231-4AF7-AE5A-2B26E503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原辅包需求计划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973C7-2D25-4717-A438-086B4A3D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353D45-102D-4575-A853-CF1E9A9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计划协同确认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184DC-7D89-4B48-953A-0B025D7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D729C7-001C-4906-ABC1-A5CDBC24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MES生产订单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9BA215-24EC-4539-B1FF-526871A5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98BAD-36BB-4721-9153-63AEFFF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生产进度报工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CB71D-556C-4244-AB71-5C8D1F2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156C6-5081-4242-B872-C3FCE5D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异常插单与重排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33F6A4-6380-493B-A783-387482D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68F5F0-2989-4035-8D78-45C8E580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E90934-E937-4033-9CE1-E7B60AE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94AA13-0C5F-405F-BF47-59EC8D27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23D4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878247-3035-41E8-8132-69E1D24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24D549-A5B3-47B9-8F96-05C8406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瓶颈与冲突识别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D2F3EA-F6AC-43BF-87DE-AD551BA7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44BC94-A16A-4789-A1D0-D2B57DC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79A7AB-BB63-47F7-B1B6-A93822A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15B6F9-DB98-48CB-A08D-D9964DD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B6DFD2-D7FC-4BB4-BE20-DDCA386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B3E7E2-DB9E-4F7E-8AF1-BE65DD0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连接客户承诺与工厂执行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E83851-DC9D-402A-A65E-F163895B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提高计划可执行性与产销协同效率，提前暴露产能、物料和交期冲突，减少临时协调和被动救火。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993c642e940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291A6FC6-582E-43AB-9400-56716CFB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采购优化—数据流与执行闭环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62F9-C029-4120-8AAC-7997DC9C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F210B-062A-49FE-8791-3B8608B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E0C1-89DF-407E-8B67-A6F1BEAF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E84BA-DEBA-4318-9FC8-92A5F5E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F89DF-A0B5-48E3-A4B0-CE97BDCE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6F18E-4346-42F3-9A67-3C1833D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82A4F-5748-4E01-B382-2450B715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CEB96-557E-46A9-980B-5721B3DC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03AFE-AD26-42FE-8859-85C96EE1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D6C9D-F83A-4D14-A8DF-F499A8E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EB326-37D8-4DFD-8F26-9FDCAE14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原材料需求计划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FCC2A-3497-4053-A50F-9164738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01E99-B8C1-4780-BEF2-5C29C5A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有效采购订单覆盖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62C48-3C19-4DD3-A060-4FB419E8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1E09-0694-4F7C-8A1A-335B2CC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报价/合同价/运费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22A74-2F93-4FDD-8EAC-C1C87327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217A9-DA47-4156-A035-1679FB3F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产能/账期/包装回收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3414F-8035-42A0-9F38-B362BB31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19640-6108-4CAA-998B-C3C02747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4A4B5-2E34-4CAD-9898-DACB7B72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0DE16F-F950-4FDE-AC2E-B5E6B8C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9507A9-58B4-4815-86B1-66CADB9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1A1C0D-38FD-404F-AE6F-88989634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0E471-6445-44EB-B632-3D4CE819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0DD35-C57C-4522-ACFE-4742777D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E0E3CF-39BC-4015-B4D9-ECE7864D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05893A-6381-4FF7-AAE9-B97D3A71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392FC-1ACF-487A-A72E-C6ED58A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27A1F-A910-431A-85A2-5910E83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5B4912-4EE9-40DF-9232-3A140EF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72AAFC-DE4C-45B6-85DA-C6B749EB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FD2E00-0876-4E78-B758-3781C367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75117F-7C14-4F29-9E9A-F50C6F3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A5FF62-EDE4-4B8C-B5D1-5D6240AC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E85DBC-C348-460A-BBE4-A8203C5D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E0C87A-F230-4A50-8458-F0296121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8362AA-7DAA-435E-94C7-EAFE547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53D38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7B0669-E447-4CF8-BDFB-8F3E0E2F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54F34D-FE75-4095-85FE-61ED3A4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EF8F46-CB2C-4FF5-A90C-3ABD0FA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BA8E03-20E3-4553-BB3A-03F86887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D35FA-3E5C-4D3E-A734-66E1F395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F723BA-FEFD-481E-B841-E50D5CA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D1C7B7-F944-483F-8C76-BC15E32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2C85C9-2910-4B43-8BC6-37C1963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4C2891-29EB-40D2-B21D-B17C459D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5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77ec5a7b24b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D4A9866C-0471-452A-B995-9C32446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成本分摊—数据流与价值分析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B1337-3B54-4C6D-8A16-3694607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沿批次、生产订单和销售订单贯通成本归集，把采购、仓储、生产与交付费用还原到产品、客户和供应商经营结果。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D5DC0-3A41-492B-898C-7825D3D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13AA6-9551-447B-A7AA-5F9BE612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17127-10AF-4A3C-BAC5-98092092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F7810-BB6C-461D-BFD7-30C50D8F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B8EFD-CA0A-4FF0-8B7A-BBE277E4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F0240-8BBC-481C-AD7F-7B49E75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3455-65E4-4237-8620-65CC1FD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E7459-E354-4417-9431-10330B1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27105-F3B4-4FC1-BF42-30A8269E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1930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B92A6-16DB-4FD7-9BF9-162A28B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3560E-F036-41DB-BE18-5EFA2FF6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DC149-0BBE-40EB-A871-2A2DFEA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批次与库位流转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70C47C-14DE-49A8-9163-E7658BD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68B9C-B89B-4DF4-9798-F3DD9462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生产订单与投料批次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DAF88-6D21-48E7-951A-CDA94764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1981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42CEB-4EB4-4E23-AE74-E289C612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销售订单与交付关系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87C93-C57B-4D76-9F8D-4975E22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F1827-9862-43C9-9CFA-43794B9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入厂/投料批次成本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22E5F-07C0-4D51-AA44-52A8DD5C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67B8E-7C5A-4892-8FE0-BFA9BCFC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生产订单成本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617DF-9308-4890-B6D0-8EDB87C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D68E7-A0D3-49B0-B1FC-1ACE3633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22579-4E1E-4EA3-884C-CC4F402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BBAFC6-CD63-49C7-A7D9-8DAE0622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产品/客户利润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A22B9B-B216-4EE8-B8CF-EB72BD65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6AE965-5C90-46E6-83BC-EC38BF27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成本规则确认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C80D14-0D92-4B75-8FF0-7E72389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CDCBAF-06D5-4D92-A76A-C7132E6C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分摊运行与校验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BBFD5-9C25-4B86-B4C2-40D2C96B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845C7A-9879-4368-89FC-1061EBE8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财务复核与发布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862C60-4CAA-447E-A127-7A9828EE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503FF-9913-4D06-848B-34052ECA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驾驶舱经营分析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24F61D-A2D9-4736-911B-278A118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293508-B555-4D31-87DD-965CF23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AA866-F279-4965-8282-22422621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18603B-682D-4C3F-8E47-056E24AF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FFF2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18FAB4-C196-4721-822C-A900FE9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7865C2-8433-4A3F-A231-57AB32F6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直接费用归集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公共费用池分摊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批次链向下传递</a:t>
            </a:r>
          </a:p>
          <a:p xmlns:a="http://schemas.openxmlformats.org/drawingml/2006/main">
            <a:pPr algn="ctr">
              <a:def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多维聚合与追溯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4A4F43-6FB5-4E19-ACBB-6F7311D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086316-B1CB-411F-8E80-40B86335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A838D9-9D24-4918-9EFD-EBD252D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4727B6-81BA-4BFA-A756-840BB32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实际费用 / 批次流转 / 分摊差异 / 财务复核结果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649327-8E3C-4915-952A-3197659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E37423-DB47-4BC5-8E80-0FEFD81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让供应链决策看见真实成本与利润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63733A-39F3-4811-95DD-5427C308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支撑产品、客户、供应商和订单多维盈利分析，为采购组合、排程选择与库存策略提供统一价值尺度。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C8CA84A-37FB-431E-81BE-0FF1F83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6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d8d65af7e4e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E25AD0C-D233-4CC5-ABC4-B0FB88EA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53C2BF89-D2E2-412F-8254-DC727945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供应链驾驶舱—管理与决策双闭环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071DE-8225-48B0-B4C6-22B8123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驾驶舱不是静态大屏，而是把全局态势、异常处置和情景决策连接到正式业务调整的管理中枢。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B51FD-AFC3-4135-995B-AA9F6CF0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运营监测闭环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40189-6633-4CDD-9AAE-76468EA4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43EFA-22F6-4BBF-9E06-D18BAD8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决策推演闭环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77DD-BA70-435E-911D-3D07909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EA025-17F7-4679-8488-385282E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91AB1-DF45-468D-85EE-E9831F3B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6A0D8-8D3A-4462-8B30-EABBEA7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97A73-2711-4AC1-951F-987FEEDD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812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D93D7-C597-4EC4-A01B-4A16657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KPI与跨模块结果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F945D-9A0C-46E7-8060-C6558D5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2E896-C1CA-4859-8BBE-0FA51DF9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识别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AC0A1-E21F-4604-9A7E-1D0F198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FC3B5-70F0-48DF-AE48-63CB38DE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B57F2-20BA-464D-BDC2-5500F15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红黄绿健康度与预警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739F2-BE43-44B3-835D-3463D6D1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1C66C-370B-48C5-8A6A-6DE1EEA5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钻取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48FE2-3AD1-42CC-8730-0764D40F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B2A73-4152-46C6-9340-6A75BA53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766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CE09D-1DAF-4305-895B-5172D20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861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专题→明细→源单据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2801A-7289-4916-BB0E-22527078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05BB9-F798-4E5E-A63E-6978D736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052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处置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D34A2-F257-493F-80ED-878EFE9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BC950-5AA3-4E0D-BE5F-A5A9F3E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243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3E135-C872-4ECD-A565-66DD9C4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338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分级派发与责任跟踪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6FF11B-D781-4127-990A-EC2BFA5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863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FF868-F47D-467A-B8AC-EB6A080B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529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A83FBD-2228-48E8-8C2B-91AC691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F2EBDC-D02B-4444-8ACD-45588D70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72025"/>
            <a:ext cx="3333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3870CD-3D37-4153-A9C6-A3C09C10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81550"/>
            <a:ext cx="320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指标恢复后关闭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1AEB2-29AC-46CE-85EE-FAA9E5F2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BADAE-C81F-4422-B699-3E952A0B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3A8FE-0684-4F08-A64D-95132CAF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4936A7-D8B6-4A23-8E48-C5E72214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81225"/>
            <a:ext cx="3524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76E908-B00D-43B3-A3C1-36D3B869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需求/供应/设备/价格情景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74DB88-26F6-4307-9890-01D87CBF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432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96AF1C-1FE1-4601-8DF6-5BC4CC74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098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冻结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54C620-59FB-4D15-A778-5F7DF8A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BC6A86-BC91-4A8C-986D-95BE3DB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28925"/>
            <a:ext cx="3524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F2C726-CF40-4578-8AAF-84590F6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384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同一时点基线快照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662BD0-0672-4B0E-B4C6-EED02C40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909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DF7D60-82DF-4A9B-B95E-9F81C1F8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575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F99074-25AE-4F5B-ABD1-1BF2E35C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5BD8E6-C7D8-49EC-AAD5-270E3030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524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26704E-02BF-4E3A-A835-016FCB0F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按依赖调用专业模型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96754F-8150-440F-9C7D-3D994EF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386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2159EB-6287-47B5-BFE8-275C43AC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052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A06B8CE-C3F0-44C2-9B13-A43EEE0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A72CED-4370-4FF1-A77E-2C9A08E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24325"/>
            <a:ext cx="3524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02DDEB-4DB2-404F-BBD7-223CE39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成本/服务/风险影响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BB8ED4-3C7E-4CE6-A1DA-D8C500D3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8630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4B3C7A-DEF6-48BE-93CC-41852A87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52975"/>
            <a:ext cx="80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51ADAB-C54A-48DA-905B-065F2193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28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74904C-9C19-4342-9713-035BB0AB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72025"/>
            <a:ext cx="3524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8A2B9C-599C-47EF-9633-4210564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81550"/>
            <a:ext cx="339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进入模块正式调整流程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3D0EDA-333C-47BE-8DB3-8BD11E9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48250"/>
            <a:ext cx="28575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E8083A-E0D9-44B1-8981-B078E30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9BA0DF-1C85-43BC-A7E9-F4E2EC85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85750" cy="4286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C21CC3-40E0-4700-B78F-63918D1C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483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正式执行结果回到态势监测；新问题可进入沙盘评估，形成跨模块持续改进。</a:t>
            </a:r>
          </a:p>
        </p:txBody>
      </p:sp>
    </p:spTree>
    <p:extLst>
      <p:ext uri="{BB962C8B-B14F-4D97-AF65-F5344CB8AC3E}">
        <p14:creationId xmlns:p14="http://schemas.microsoft.com/office/powerpoint/2010/main" val="1608444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4F71F90-9A7E-45AF-8731-D5B3F87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f4b4d1dea4b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5BAF6B5-CB7F-4A6F-B74E-6BDCD76D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480165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8、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C169676E-9BD5-4B60-AB6B-67C0F46E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SCOS平台—未来价值流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66763-4C04-4BE2-88C3-287141C1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以客户需求为起点，以经营价值为终点；计划链、执行链、成本链和管理链在同一平台形成双向贯通。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E045A-B209-41C1-89C2-F4E65DC9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527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1EB31-CEAC-4D68-A4C1-A8019972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839B5-6C94-4E1E-8421-0B953D53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527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1A50E-B434-4056-8084-C3142899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CE20E-0CBD-4F78-B57E-9852D06B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809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E3D4E-EAA1-48E8-8070-27CE02C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66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8EFC4-B2E8-4FC6-BE19-158052AC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5621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需求与库存平衡</a:t>
            </a:r>
          </a:p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形成补货建议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04B25-0E49-4642-B75B-FB1A4FF9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62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3C3CA-FB9C-4580-A527-483E3EE8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精益排程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C955A-1BBC-4ECF-ADFC-0B03E79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62200"/>
            <a:ext cx="1514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产能与物料协同</a:t>
            </a:r>
          </a:p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形成生产承诺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D3D2B-52AE-49B9-B7A7-C032CC0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1762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D438C-34F8-4E3C-88A4-5163EB58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66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采购优化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ECF38-3D5D-4587-8516-93CC12AF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62200"/>
            <a:ext cx="1514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供应商组合优化</a:t>
            </a:r>
          </a:p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保障原料到货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E655E-FF3E-4FFD-98B1-B9E1A7C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762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69617-C16F-4A05-8540-DE77EA1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66925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成本分摊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4788A-0144-45B1-9A22-92FA0426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62200"/>
            <a:ext cx="15144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还原批次与订单</a:t>
            </a:r>
          </a:p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真实成本利润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B06CD-C564-42AD-A766-201BBCB4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95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B3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EE79B-A9D0-4355-A6A4-D1BB68AC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66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供应链驾驶舱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E3803-FDF0-4B62-B794-52517112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62200"/>
            <a:ext cx="1847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全局监测、预警处置</a:t>
            </a:r>
          </a:p>
          <a:p xmlns:a="http://schemas.openxmlformats.org/drawingml/2006/main">
            <a:pPr algn="ctr">
              <a:def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情景推演与决策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2B20FB-A5F7-450F-9526-A90B3936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76625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B348"/>
          </a:solidFill>
          <a:ln xmlns:a="http://schemas.openxmlformats.org/drawingml/2006/main" w="0">
            <a:solidFill>
              <a:srgbClr val="FFB3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10FEC-D6E6-4E56-A095-9FE89899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90487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D1ED8-B148-4021-ABD3-8DFF9BE7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73221-F614-4F13-9F0B-E9BDFEB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91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执行实绩 · KPI偏差 · 风险事件 · 成本影响 · 情景参数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33794-FD8C-401E-92ED-C81715B5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价值跃迁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CE3E4-ADD1-448B-BDC5-CDD1D48E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A20037-0FA0-4813-8D67-D6E4E351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C662E-09FE-41C0-9218-2BC4824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计划：经验驱动 → 数据与模型驱动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EC5FC-D054-401D-A358-927BA06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2578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D6526-99D3-4408-B0C5-C97ACB4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67325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协同：模块割裂 → 端到端联动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9786F-1538-4C59-BD32-0A0A8DA1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578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1BA816-40C6-44CA-BAC5-F6086FE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67325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管理：事后解释 → 事前预判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E228B9-3BEF-44E6-9238-37D0BEE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578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176C90-F88B-4C9C-9EDF-7F616606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67325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经营：局部成本 → 全局价值最优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EB4DEE-2AF3-422A-B2AE-558BAD3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最终形成“需求牵引、计划协同、执行反馈、价值衡量、持续优化”的供应链经营闭环。</a:t>
            </a:r>
          </a:p>
        </p:txBody>
      </p:sp>
    </p:spTree>
    <p:extLst>
      <p:ext uri="{BB962C8B-B14F-4D97-AF65-F5344CB8AC3E}">
        <p14:creationId xmlns:p14="http://schemas.microsoft.com/office/powerpoint/2010/main" val="1428824658"/>
      </p:ext>
    </p:extLst>
  </p:cSld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2026-08-25T07:35:16.0690000Z</dcterms:created>
  <dcterms:modified xsi:type="dcterms:W3CDTF">2026-08-25T07:35:16.0690000Z</dcterms:modified>
</coreProperties>
</file>