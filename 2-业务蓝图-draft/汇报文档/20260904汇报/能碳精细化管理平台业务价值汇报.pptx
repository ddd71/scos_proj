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9" r:id="rId9"/>
    <p:sldMasterId id="2147483672" r:id="rId10"/>
    <p:sldMasterId id="2147483675" r:id="rId11"/>
    <p:sldMasterId id="2147483678" r:id="rId12"/>
    <p:sldMasterId id="2147483681" r:id="rId13"/>
    <p:sldMasterId id="2147483684" r:id="rId14"/>
    <p:sldMasterId id="2147483687" r:id="rId15"/>
    <p:sldMasterId id="2147483690" r:id="rId16"/>
    <p:sldMasterId id="2147483693" r:id="rId17"/>
    <p:sldMasterId id="2147483696" r:id="rId18"/>
    <p:sldMasterId id="2147483699" r:id="rId19"/>
    <p:sldMasterId id="2147483702" r:id="rId20"/>
    <p:sldMasterId id="2147483705" r:id="rId21"/>
    <p:sldMasterId id="2147483708" r:id="rId22"/>
    <p:sldMasterId id="2147483711" r:id="rId23"/>
    <p:sldMasterId id="2147483721" r:id="rId24"/>
    <p:sldMasterId id="2147483724" r:id="rId25"/>
    <p:sldMasterId id="2147483727" r:id="rId26"/>
  </p:sldMasterIdLst>
  <p:notesMasterIdLst>
    <p:notesMasterId r:id="rId36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未知用户157" initials="未" lastIdx="0" clrIdx="1"/>
  <p:cmAuthor id="3" name="gupeipei" initials="g" lastIdx="0" clrIdx="2"/>
  <p:cmAuthor id="4" name="未知用户158" initials="未" lastIdx="0" clrIdx="3"/>
  <p:cmAuthor id="5" name="GU XIAOLING" initials="" lastIdx="0" clrIdx="4"/>
  <p:cmAuthor id="6" name="未知用户159" initials="未" lastIdx="0" clrIdx="5"/>
  <p:cmAuthor id="7" name="Eric Zhao" initials="" lastIdx="0" clrIdx="6"/>
  <p:cmAuthor id="8" name="韩雨" initials="韩" lastIdx="0" clrIdx="7"/>
  <p:cmAuthor id="9" name="未知用户160" initials="未" lastIdx="0" clrIdx="8"/>
  <p:cmAuthor id="10" name="huang aurora" initials="" lastIdx="0" clrIdx="9"/>
  <p:cmAuthor id="11" name="未知用户168" initials="未" lastIdx="0" clrIdx="10"/>
  <p:cmAuthor id="12" name="aurora" initials="" lastIdx="0" clrIdx="11"/>
  <p:cmAuthor id="13" name="順天" initials="順" lastIdx="0" clrIdx="12"/>
  <p:cmAuthor id="14" name="jiangxiaoyan" initials="" lastIdx="0" clrIdx="13"/>
  <p:cmAuthor id="15" name="1206988966@qq.com" initials="" lastIdx="0" clrIdx="14"/>
  <p:cmAuthor id="16" name="未知用户219" initials="未" lastIdx="0" clrIdx="15"/>
  <p:cmAuthor id="17" name="姜伟光" initials="" lastIdx="0" clrIdx="16"/>
  <p:cmAuthor id="18" name="未知用户222" initials="未" lastIdx="0" clrIdx="17"/>
  <p:cmAuthor id="19" name="ming qiu" initials="" lastIdx="0" clrIdx="18"/>
  <p:cmAuthor id="20" name="未知用户200" initials="未" lastIdx="0" clrIdx="19"/>
  <p:cmAuthor id="21" name="史 田" initials="史" lastIdx="0" clrIdx="20"/>
  <p:cmAuthor id="22" name="未知用户213" initials="未" lastIdx="0" clrIdx="21"/>
  <p:cmAuthor id="23" name="王 明" initials="王" lastIdx="0" clrIdx="22"/>
  <p:cmAuthor id="24" name="未知用户214" initials="未" lastIdx="0" clrIdx="23"/>
  <p:cmAuthor id="25" name="王伟明" initials="王伟明" lastIdx="0" clrIdx="24"/>
  <p:cmAuthor id="26" name="未知用户215" initials="未" lastIdx="0" clrIdx="25"/>
  <p:cmAuthor id="27" name="zhoujing2" initials="z" lastIdx="0" clrIdx="26"/>
  <p:cmAuthor id="28" name="未知用户231" initials="未" lastIdx="0" clrIdx="27"/>
  <p:cmAuthor id="29" name="作者" initials="A" lastIdx="0" clrIdx="28"/>
  <p:cmAuthor id="30" name="未知用户293" initials="未" lastIdx="0" clrIdx="29"/>
  <p:cmAuthor id="31" name="zhangshuting" initials="z" lastIdx="0" clrIdx="30"/>
  <p:cmAuthor id="32" name="沈霄雷" initials="沈" lastIdx="0" clrIdx="31"/>
  <p:cmAuthor id="33" name="未知用户234" initials="未" lastIdx="0" clrIdx="32"/>
  <p:cmAuthor id="34" name="Yangtianyi" initials="Y" lastIdx="0" clrIdx="33"/>
  <p:cmAuthor id="35" name="张钰" initials="张" lastIdx="0" clrIdx="34"/>
  <p:cmAuthor id="36" name="未知用户235" initials="未" lastIdx="0" clrIdx="35"/>
  <p:cmAuthor id="37" name="Jun Li" initials="J" lastIdx="0" clrIdx="36"/>
  <p:cmAuthor id="38" name="郭 浩" initials="郭" lastIdx="0" clrIdx="37"/>
  <p:cmAuthor id="39" name="未知用户236" initials="未" lastIdx="0" clrIdx="38"/>
  <p:cmAuthor id="40" name="刘振权" initials="刘" lastIdx="0" clrIdx="39"/>
  <p:cmAuthor id="41" name="unicom" initials="" lastIdx="0" clrIdx="40"/>
  <p:cmAuthor id="42" name="未知用户237" initials="未" lastIdx="0" clrIdx="41"/>
  <p:cmAuthor id="43" name="len" initials="l" lastIdx="0" clrIdx="42"/>
  <p:cmAuthor id="44" name="席琛" initials="" lastIdx="0" clrIdx="43"/>
  <p:cmAuthor id="45" name="未知用户240" initials="未" lastIdx="0" clrIdx="44"/>
  <p:cmAuthor id="46" name="user" initials="u" lastIdx="0" clrIdx="45"/>
  <p:cmAuthor id="47" name="韩剑侠" initials="P" lastIdx="0" clrIdx="46"/>
  <p:cmAuthor id="48" name="未知的使用者142" initials="未" lastIdx="0" clrIdx="47"/>
  <p:cmAuthor id="49" name="Administrator" initials="A" lastIdx="0" clrIdx="48"/>
  <p:cmAuthor id="50" name="ll z" initials="l" lastIdx="0" clrIdx="49"/>
  <p:cmAuthor id="51" name="sudaobo" initials="s" lastIdx="0" clrIdx="50"/>
  <p:cmAuthor id="52" name="未知用户283" initials="未" lastIdx="0" clrIdx="51"/>
  <p:cmAuthor id="53" name="未知用户284" initials="未" lastIdx="0" clrIdx="52"/>
  <p:cmAuthor id="54" name="宋昕智" initials="宋" lastIdx="0" clrIdx="53"/>
  <p:cmAuthor id="55" name="Jiaying Wang" initials="J" lastIdx="0" clrIdx="54"/>
  <p:cmAuthor id="56" name="guanhh" initials="g" lastIdx="0" clrIdx="55"/>
  <p:cmAuthor id="57" name="未知用户292" initials="未" lastIdx="0" clrIdx="56"/>
  <p:cmAuthor id="58" name="hqp" initials="" lastIdx="0" clrIdx="57"/>
  <p:cmAuthor id="59" name="未知用户87" initials="未" lastIdx="0" clrIdx="58"/>
  <p:cmAuthor id="60" name="郭洋" initials="" lastIdx="0" clrIdx="59"/>
  <p:cmAuthor id="61" name="未知用户295" initials="未" lastIdx="0" clrIdx="60"/>
  <p:cmAuthor id="62" name="wulf" initials="w" lastIdx="0" clrIdx="61"/>
  <p:cmAuthor id="63" name="未知用户297" initials="未" lastIdx="0" clrIdx="62"/>
  <p:cmAuthor id="64" name="1" initials="1" lastIdx="0" clrIdx="63"/>
  <p:cmAuthor id="65" name="xiaofeng yin" initials="x" lastIdx="0" clrIdx="64"/>
  <p:cmAuthor id="66" name="panjm" initials="p" lastIdx="0" clrIdx="65"/>
  <p:cmAuthor id="67" name="陈 润葆" initials="陈" lastIdx="0" clrIdx="66"/>
  <p:cmAuthor id="68" name="ye gusong" initials="y" lastIdx="0" clrIdx="67"/>
  <p:cmAuthor id="69" name="zhouqing" initials="z" lastIdx="0" clrIdx="68"/>
  <p:cmAuthor id="70" name="孙" initials="孙" lastIdx="0" clrIdx="69"/>
  <p:cmAuthor id="71" name="吕晨" initials="吕晨" lastIdx="0" clrIdx="70"/>
  <p:cmAuthor id="72" name="未知的使用者139" initials="未" lastIdx="0" clrIdx="71"/>
  <p:cmAuthor id="73" name="未知用户2" initials="未" lastIdx="0" clrIdx="72"/>
  <p:cmAuthor id="74" name="未知的使用者140" initials="未" lastIdx="0" clrIdx="73"/>
  <p:cmAuthor id="75" name="孙晓晨" initials="孙" lastIdx="0" clrIdx="74"/>
  <p:cmAuthor id="76" name="未知的使用者196" initials="未" lastIdx="0" clrIdx="75"/>
  <p:cmAuthor id="77" name="hydkhxsbsxs1" initials="h" lastIdx="0" clrIdx="76"/>
  <p:cmAuthor id="78" name="未知的使用者203" initials="未" lastIdx="0" clrIdx="77"/>
  <p:cmAuthor id="79" name="叶公义" initials="叶" lastIdx="0" clrIdx="78"/>
  <p:cmAuthor id="80" name="Carol Kelly" initials="C" lastIdx="0" clrIdx="79"/>
  <p:cmAuthor id="81" name="siwei.wang@rhsmith.umd.edu" initials="s" lastIdx="0" clrIdx="80"/>
  <p:cmAuthor id="82" name="Unknown User58" initials="U" lastIdx="0" clrIdx="81"/>
  <p:cmAuthor id="83" name="ljhdeyx@163.com" initials="l" lastIdx="0" clrIdx="82"/>
  <p:cmAuthor id="84" name="Unknown User55" initials="U" lastIdx="0" clrIdx="83"/>
  <p:cmAuthor id="85" name="未知用户4" initials="未" lastIdx="0" clrIdx="84"/>
  <p:cmAuthor id="86" name="Microsoft Office User" initials="M" lastIdx="0" clrIdx="85"/>
  <p:cmAuthor id="87" name="zhao yong" initials="z" lastIdx="0" clrIdx="86"/>
  <p:cmAuthor id="88" name="Huipeng Cao" initials="H" lastIdx="0" clrIdx="87"/>
  <p:cmAuthor id="89" name="18352" initials="1" lastIdx="0" clrIdx="88"/>
  <p:cmAuthor id="90" name="李 雷雨" initials="李" lastIdx="0" clrIdx="89"/>
  <p:cmAuthor id="91" name="lizhihui" initials="l" lastIdx="0" clrIdx="90"/>
  <p:cmAuthor id="92" name="91257" initials="9" lastIdx="0" clrIdx="91"/>
  <p:cmAuthor id="93" name="Sharr.Xia" initials="S" lastIdx="0" clrIdx="92"/>
  <p:cmAuthor id="94" name="马孟模" initials="马" lastIdx="0" clrIdx="93"/>
  <p:cmAuthor id="95" name="唐昱" initials="唐" lastIdx="0" clrIdx="94"/>
  <p:cmAuthor id="96" name="陈 正胤" initials="陈" lastIdx="0" clrIdx="95"/>
  <p:cmAuthor id="97" name="xuyidan" initials="x" lastIdx="0" clrIdx="96"/>
  <p:cmAuthor id="98" name="陈东林" initials="陈东林" lastIdx="0" clrIdx="97"/>
  <p:cmAuthor id="99" name="jiangquanda" initials="j" lastIdx="0" clrIdx="98"/>
  <p:cmAuthor id="100" name="yujiajing1" initials="y" lastIdx="0" clrIdx="99"/>
  <p:cmAuthor id="101" name="未知用户44" initials="未知用户44" lastIdx="0" clrIdx="100"/>
  <p:cmAuthor id="102" name="yudi lin" initials="y" lastIdx="0" clrIdx="101"/>
  <p:cmAuthor id="103" name="未知的使用者21" initials="未" lastIdx="0" clrIdx="102"/>
  <p:cmAuthor id="104" name="JeremyBai" initials="J" lastIdx="0" clrIdx="103"/>
  <p:cmAuthor id="105" name="fulinying" initials="f" lastIdx="0" clrIdx="104"/>
  <p:cmAuthor id="106" name="liuzga" initials="l" lastIdx="0" clrIdx="105"/>
  <p:cmAuthor id="107" name="zhangtingrui" initials="z" lastIdx="0" clrIdx="106"/>
  <p:cmAuthor id="108" name="49554261@qq.com" initials="4" lastIdx="0" clrIdx="107"/>
  <p:cmAuthor id="109" name="进 揭" initials="进" lastIdx="0" clrIdx="108"/>
  <p:cmAuthor id="110" name="liumeichen" initials="l" lastIdx="0" clrIdx="109"/>
  <p:cmAuthor id="111" name="long tao" initials="l" lastIdx="0" clrIdx="110"/>
  <p:cmAuthor id="112" name="殷素丽" initials="殷" lastIdx="0" clrIdx="111"/>
  <p:cmAuthor id="113" name="未知用户313" initials="未" lastIdx="0" clrIdx="112"/>
  <p:cmAuthor id="114" name="未知用户1" initials="未" lastIdx="0" clrIdx="113"/>
  <p:cmAuthor id="115" name="胡岱雯" initials="胡" lastIdx="0" clrIdx="114"/>
  <p:cmAuthor id="116" name="Wenwen" initials="W" lastIdx="0" clrIdx="115"/>
  <p:cmAuthor id="117" name="张 成亚" initials="张" lastIdx="0" clrIdx="116"/>
  <p:cmAuthor id="118" name="刘晓光" initials="刘" lastIdx="0" clrIdx="117"/>
  <p:cmAuthor id="119" name="未知用户268" initials="未" lastIdx="0" clrIdx="118"/>
  <p:cmAuthor id="120" name="jiangtao4" initials="j" lastIdx="0" clrIdx="119"/>
  <p:cmAuthor id="121" name="梅芬 吳" initials="梅" lastIdx="0" clrIdx="120"/>
  <p:cmAuthor id="122" name="Unknown User7" initials="U" lastIdx="0" clrIdx="121"/>
  <p:cmAuthor id="123" name="yuhuaiyu" initials="y" lastIdx="0" clrIdx="122"/>
  <p:cmAuthor id="124" name=" " initials=" " lastIdx="0" clrIdx="123"/>
  <p:cmAuthor id="125" name="未知用户218" initials="未" lastIdx="0" clrIdx="124"/>
  <p:cmAuthor id="126" name="小延魔法师" initials="小" lastIdx="0" clrIdx="125"/>
  <p:cmAuthor id="127" name="未知的使用者24" initials="未" lastIdx="0" clrIdx="126"/>
  <p:cmAuthor id="128" name="徐 正国" initials="徐" lastIdx="0" clrIdx="127"/>
  <p:cmAuthor id="129" name="dgs" initials="{&quot;applyName&quot;:&quot;危丽萍&quot;,&quot;approverName&quot;:&quot;王潇;&quot;,&quot;creatorTime&quot;:&quot;2022-03-21 21:37:13.0&quot;}" lastIdx="0" clrIdx="128"/>
  <p:cmAuthor id="130" name="未知用户344" initials="未" lastIdx="0" clrIdx="129"/>
  <p:cmAuthor id="131" name="li hui" initials="lh" lastIdx="0" clrIdx="130"/>
  <p:cmAuthor id="132" name="未知的使用者26" initials="未" lastIdx="0" clrIdx="131"/>
  <p:cmAuthor id="133" name="未知用户345" initials="未" lastIdx="0" clrIdx="132"/>
  <p:cmAuthor id="134" name="wangyishi (A)" initials="w(" lastIdx="0" clrIdx="133"/>
  <p:cmAuthor id="135" name="未知用户107" initials="未" lastIdx="0" clrIdx="134"/>
  <p:cmAuthor id="136" name="未知用户347" initials="未" lastIdx="0" clrIdx="135"/>
  <p:cmAuthor id="137" name="佳慧 戴" initials="佳戴" lastIdx="0" clrIdx="136"/>
  <p:cmAuthor id="138" name="朱绍春" initials="朱" lastIdx="0" clrIdx="137"/>
  <p:cmAuthor id="139" name="未知用户348" initials="未" lastIdx="0" clrIdx="138"/>
  <p:cmAuthor id="140" name="yk Zhang" initials="yZ" lastIdx="0" clrIdx="139"/>
  <p:cmAuthor id="141" name="未知用户13" initials="未" lastIdx="0" clrIdx="140"/>
  <p:cmAuthor id="142" name="未知用户233" initials="未" lastIdx="0" clrIdx="141"/>
  <p:cmAuthor id="143" name="未知用户14" initials="未" lastIdx="0" clrIdx="142"/>
  <p:cmAuthor id="144" name="赵 璐" initials="赵" lastIdx="0" clrIdx="143"/>
  <p:cmAuthor id="145" name="Jason Wang" initials="J" lastIdx="0" clrIdx="144"/>
  <p:cmAuthor id="146" name="Shawna Strickland" initials="S" lastIdx="0" clrIdx="145"/>
  <p:cmAuthor id="147" name="王丽君" initials="王" lastIdx="0" clrIdx="146"/>
  <p:cmAuthor id="148" name="Ashley Eberenz" initials="A" lastIdx="0" clrIdx="147"/>
  <p:cmAuthor id="149" name="Mary Feil-Jacobs" initials="M" lastIdx="0" clrIdx="148"/>
  <p:cmAuthor id="150" name="�Ÿ�" initials="�" lastIdx="0" clrIdx="149"/>
  <p:cmAuthor id="151" name="未知用户221" initials="未" lastIdx="0" clrIdx="150"/>
  <p:cmAuthor id="152" name="周开雷" initials="周" lastIdx="0" clrIdx="151"/>
  <p:cmAuthor id="153" name="未知的使用者23" initials="未" lastIdx="0" clrIdx="152"/>
  <p:cmAuthor id="154" name="jesschin" initials="j" lastIdx="0" clrIdx="153"/>
  <p:cmAuthor id="155" name="P00035_jeremy" initials="P" lastIdx="0" clrIdx="154"/>
  <p:cmAuthor id="156" name="未知用户89" initials="未" lastIdx="0" clrIdx="155"/>
  <p:cmAuthor id="157" name="未知用户38" initials="未知用户38" lastIdx="0" clrIdx="156"/>
  <p:cmAuthor id="158" name="ttwisdom2@outlook.com" initials="t" lastIdx="0" clrIdx="157"/>
  <p:cmAuthor id="159" name="8613480159771" initials="8" lastIdx="0" clrIdx="158"/>
  <p:cmAuthor id="160" name="未知的使用者155" initials="未" lastIdx="0" clrIdx="159"/>
  <p:cmAuthor id="161" name="Shuai Cui" initials="SC" lastIdx="0" clrIdx="160"/>
  <p:cmAuthor id="162" name="未知用户110" initials="未" lastIdx="0" clrIdx="161"/>
  <p:cmAuthor id="163" name="洪小东" initials="洪小东" lastIdx="0" clrIdx="162"/>
  <p:cmAuthor id="164" name="li shuiping" initials="ls" lastIdx="0" clrIdx="163"/>
  <p:cmAuthor id="165" name="未知的使用者53" initials="未" lastIdx="0" clrIdx="164"/>
  <p:cmAuthor id="166" name="未知用户343" initials="未" lastIdx="0" clrIdx="165"/>
  <p:cmAuthor id="167" name="未知的使用者46" initials="未" lastIdx="0" clrIdx="166"/>
  <p:cmAuthor id="168" name="mm" initials="m" lastIdx="0" clrIdx="167"/>
  <p:cmAuthor id="169" name="未知的使用者57" initials="未" lastIdx="0" clrIdx="168"/>
  <p:cmAuthor id="170" name="未知的使用者22" initials="未" lastIdx="0" clrIdx="169"/>
  <p:cmAuthor id="171" name="vicky" initials="v" lastIdx="0" clrIdx="170"/>
  <p:cmAuthor id="172" name="朱晓瑜" initials="朱" lastIdx="0" clrIdx="171"/>
  <p:cmAuthor id="173" name="djj" initials="d" lastIdx="0" clrIdx="172"/>
  <p:cmAuthor id="174" name="lianghb" initials="l" lastIdx="0" clrIdx="173"/>
  <p:cmAuthor id="175" name="linyd" initials="l" lastIdx="0" clrIdx="174"/>
  <p:cmAuthor id="176" name="不明使用者1" initials="不" lastIdx="0" clrIdx="175"/>
  <p:cmAuthor id="177" name="muzi wei" initials="m" lastIdx="0" clrIdx="176"/>
  <p:cmAuthor id="178" name="未知用户56" initials="未" lastIdx="0" clrIdx="177"/>
  <p:cmAuthor id="179" name="曲扬" initials="曲" lastIdx="0" clrIdx="178"/>
  <p:cmAuthor id="180" name="不明使用者4" initials="不" lastIdx="0" clrIdx="179"/>
  <p:cmAuthor id="181" name="未知用户55" initials="未" lastIdx="0" clrIdx="180"/>
  <p:cmAuthor id="182" name="不明使用者6" initials="不" lastIdx="0" clrIdx="181"/>
  <p:cmAuthor id="183" name="未知用户51" initials="未" lastIdx="0" clrIdx="182"/>
  <p:cmAuthor id="184" name="未知的使用者56" initials="未" lastIdx="0" clrIdx="183"/>
  <p:cmAuthor id="185" name="不明使用者5" initials="不" lastIdx="0" clrIdx="184"/>
  <p:cmAuthor id="186" name="未知的使用者55" initials="未" lastIdx="0" clrIdx="185"/>
  <p:cmAuthor id="187" name="未知用户296" initials="未" lastIdx="0" clrIdx="186"/>
  <p:cmAuthor id="188" name="未知的使用者52" initials="未" lastIdx="0" clrIdx="187"/>
  <p:cmAuthor id="189" name="不明使用者8" initials="不" lastIdx="0" clrIdx="188"/>
  <p:cmAuthor id="190" name="王鹏凯" initials="王" lastIdx="0" clrIdx="189"/>
  <p:cmAuthor id="191" name="不明使用者9" initials="不" lastIdx="0" clrIdx="190"/>
  <p:cmAuthor id="192" name="Saku Uchikawa" initials="S" lastIdx="0" clrIdx="191"/>
  <p:cmAuthor id="193" name="不明使用者10" initials="不" lastIdx="0" clrIdx="192"/>
  <p:cmAuthor id="194" name="未知的使用者3" initials="未" lastIdx="0" clrIdx="193"/>
  <p:cmAuthor id="195" name="不明使用者11" initials="不" lastIdx="0" clrIdx="194"/>
  <p:cmAuthor id="196" name="張秀娟" initials="張" lastIdx="0" clrIdx="195"/>
  <p:cmAuthor id="197" name="Carol Wu" initials="C" lastIdx="0" clrIdx="196"/>
  <p:cmAuthor id="198" name="未知的使用者34" initials="未" lastIdx="0" clrIdx="197"/>
  <p:cmAuthor id="199" name="Think" initials="T" lastIdx="0" clrIdx="198"/>
  <p:cmAuthor id="200" name="未知的使用者35" initials="未" lastIdx="0" clrIdx="199"/>
  <p:cmAuthor id="201" name="LeeElva" initials="L" lastIdx="0" clrIdx="200"/>
  <p:cmAuthor id="202" name="未知用户304" initials="未" lastIdx="0" clrIdx="201"/>
  <p:cmAuthor id="203" name="未知的使用者72" initials="未" lastIdx="0" clrIdx="202"/>
  <p:cmAuthor id="204" name="未知用户305" initials="未" lastIdx="0" clrIdx="203"/>
  <p:cmAuthor id="205" name="未知的使用者74" initials="未" lastIdx="0" clrIdx="204"/>
  <p:cmAuthor id="206" name="敢 王" initials="敢" lastIdx="0" clrIdx="205"/>
  <p:cmAuthor id="207" name="未知的使用者71" initials="未" lastIdx="0" clrIdx="206"/>
  <p:cmAuthor id="208" name="邓 勇" initials="邓" lastIdx="0" clrIdx="207"/>
  <p:cmAuthor id="209" name="未知的使用者30" initials="未" lastIdx="0" clrIdx="208"/>
  <p:cmAuthor id="210" name="陈城" initials="陈" lastIdx="0" clrIdx="209"/>
  <p:cmAuthor id="211" name="未知的使用者31" initials="未" lastIdx="0" clrIdx="210"/>
  <p:cmAuthor id="212" name="未知用户309" initials="未" lastIdx="0" clrIdx="211"/>
  <p:cmAuthor id="213" name="未知的使用者32" initials="未" lastIdx="0" clrIdx="212"/>
  <p:cmAuthor id="214" name="未知用户103" initials="未" lastIdx="0" clrIdx="213"/>
  <p:cmAuthor id="215" name="未知用户311" initials="未" lastIdx="0" clrIdx="214"/>
  <p:cmAuthor id="216" name="未知用户22" initials="未" lastIdx="0" clrIdx="215"/>
  <p:cmAuthor id="217" name="未知用户312" initials="未" lastIdx="0" clrIdx="216"/>
  <p:cmAuthor id="218" name="P1063cindychen" initials="P" lastIdx="0" clrIdx="217"/>
  <p:cmAuthor id="219" name="曾红" initials="曾" lastIdx="0" clrIdx="218"/>
  <p:cmAuthor id="220" name="未知用户314" initials="未" lastIdx="0" clrIdx="219"/>
  <p:cmAuthor id="221" name="未知用户" initials="未" lastIdx="0" clrIdx="220"/>
  <p:cmAuthor id="222" name="晓  曲" initials="晓" lastIdx="0" clrIdx="221"/>
  <p:cmAuthor id="223" name="未知用户17" initials="未" lastIdx="0" clrIdx="222"/>
  <p:cmAuthor id="224" name="liupeng" initials="l" lastIdx="0" clrIdx="223"/>
  <p:cmAuthor id="225" name="未知用户216" initials="未" lastIdx="0" clrIdx="224"/>
  <p:cmAuthor id="226" name="周宏達JerryChou" initials="周" lastIdx="0" clrIdx="225"/>
  <p:cmAuthor id="227" name="孟连磊" initials="孟" lastIdx="0" clrIdx="226"/>
  <p:cmAuthor id="228" name="luxu" initials="l" lastIdx="0" clrIdx="227"/>
  <p:cmAuthor id="229" name="hl sun" initials="h" lastIdx="0" clrIdx="228"/>
  <p:cmAuthor id="230" name="未知的使用者177" initials="未" lastIdx="0" clrIdx="229"/>
  <p:cmAuthor id="231" name="不明使用者20" initials="不" lastIdx="0" clrIdx="230"/>
  <p:cmAuthor id="232" name="不明使用者21" initials="不" lastIdx="0" clrIdx="231"/>
  <p:cmAuthor id="233" name="不明使用者18" initials="不" lastIdx="0" clrIdx="232"/>
  <p:cmAuthor id="234" name="不明使用者19" initials="不" lastIdx="0" clrIdx="233"/>
  <p:cmAuthor id="235" name="dengmaolan" initials="d" lastIdx="0" clrIdx="234"/>
  <p:cmAuthor id="236" name="未知的使用者119" initials="未" lastIdx="0" clrIdx="235"/>
  <p:cmAuthor id="237" name="未知用户74" initials="未" lastIdx="0" clrIdx="236"/>
  <p:cmAuthor id="238" name="未知用户67" initials="未" lastIdx="0" clrIdx="237"/>
  <p:cmAuthor id="239" name="未知用户76" initials="未" lastIdx="0" clrIdx="238"/>
  <p:cmAuthor id="240" name="未知用户77" initials="未" lastIdx="0" clrIdx="239"/>
  <p:cmAuthor id="241" name="未知的使用者43" initials="未" lastIdx="0" clrIdx="240"/>
  <p:cmAuthor id="242" name="Z楠" initials="Z" lastIdx="0" clrIdx="241"/>
  <p:cmAuthor id="243" name="未知用户62" initials="未" lastIdx="0" clrIdx="242"/>
  <p:cmAuthor id="244" name="不明使用者57" initials="不" lastIdx="0" clrIdx="243"/>
  <p:cmAuthor id="245" name="未知的使用者110" initials="未" lastIdx="0" clrIdx="244"/>
  <p:cmAuthor id="246" name="未知的使用者95" initials="未" lastIdx="0" clrIdx="245"/>
  <p:cmAuthor id="247" name="未知用户81" initials="未" lastIdx="0" clrIdx="246"/>
  <p:cmAuthor id="248" name="未知的使用者93" initials="未" lastIdx="0" clrIdx="247"/>
  <p:cmAuthor id="249" name="未知的使用者94" initials="未" lastIdx="0" clrIdx="248"/>
  <p:cmAuthor id="250" name="Christina" initials="C" lastIdx="0" clrIdx="249"/>
  <p:cmAuthor id="251" name="未知用户82" initials="未" lastIdx="0" clrIdx="250"/>
  <p:cmAuthor id="252" name="未知用户6" initials="未" lastIdx="0" clrIdx="251"/>
  <p:cmAuthor id="253" name="未知的使用者111" initials="未" lastIdx="0" clrIdx="252"/>
  <p:cmAuthor id="254" name="未知的使用者197" initials="未" lastIdx="0" clrIdx="253"/>
  <p:cmAuthor id="255" name="未知的使用者107" initials="未" lastIdx="0" clrIdx="254"/>
  <p:cmAuthor id="256" name="未知的使用者108" initials="未" lastIdx="0" clrIdx="255"/>
  <p:cmAuthor id="257" name="未知的使用者112" initials="未" lastIdx="0" clrIdx="256"/>
  <p:cmAuthor id="258" name="Kevin Hu" initials="K" lastIdx="0" clrIdx="257"/>
  <p:cmAuthor id="259" name="唐可欣" initials="唐" lastIdx="0" clrIdx="258"/>
  <p:cmAuthor id="260" name="不明使用者56" initials="不" lastIdx="0" clrIdx="259"/>
  <p:cmAuthor id="261" name="未知的使用者133" initials="未" lastIdx="0" clrIdx="260"/>
  <p:cmAuthor id="262" name="Chenfeiyan" initials="C" lastIdx="0" clrIdx="261"/>
  <p:cmAuthor id="263" name="未知的使用者41" initials="未" lastIdx="0" clrIdx="262"/>
  <p:cmAuthor id="264" name="未知的使用者135" initials="未" lastIdx="0" clrIdx="263"/>
  <p:cmAuthor id="265" name="不明使用者54" initials="不" lastIdx="0" clrIdx="264"/>
  <p:cmAuthor id="266" name="未知的使用者137" initials="未" lastIdx="0" clrIdx="265"/>
  <p:cmAuthor id="267" name="未知的使用者138" initials="未" lastIdx="0" clrIdx="266"/>
  <p:cmAuthor id="268" name="未知的使用者40" initials="未" lastIdx="0" clrIdx="267"/>
  <p:cmAuthor id="269" name="未知的使用者120" initials="未" lastIdx="0" clrIdx="268"/>
  <p:cmAuthor id="270" name="未知的使用者145" initials="未" lastIdx="0" clrIdx="269"/>
  <p:cmAuthor id="271" name="Unknown User22" initials="U" lastIdx="0" clrIdx="270"/>
  <p:cmAuthor id="272" name="Unknown User23" initials="U" lastIdx="0" clrIdx="271"/>
  <p:cmAuthor id="273" name="未知的使用者121" initials="未" lastIdx="0" clrIdx="272"/>
  <p:cmAuthor id="274" name="未知的使用者162" initials="未" lastIdx="0" clrIdx="273"/>
  <p:cmAuthor id="275" name="Sarah Qin 莎莎" initials="S" lastIdx="0" clrIdx="274"/>
  <p:cmAuthor id="276" name="未知的使用者163" initials="未" lastIdx="0" clrIdx="275"/>
  <p:cmAuthor id="277" name="未知的使用者170" initials="未" lastIdx="0" clrIdx="276"/>
  <p:cmAuthor id="278" name="未知用户114" initials="未" lastIdx="0" clrIdx="277"/>
  <p:cmAuthor id="279" name="未知的使用者158" initials="未" lastIdx="0" clrIdx="278"/>
  <p:cmAuthor id="280" name="未知的使用者148" initials="未" lastIdx="0" clrIdx="279"/>
  <p:cmAuthor id="281" name="未知的使用者149" initials="未" lastIdx="0" clrIdx="280"/>
  <p:cmAuthor id="282" name="未知用户115" initials="未" lastIdx="0" clrIdx="281"/>
  <p:cmAuthor id="283" name="未知的使用者166" initials="未" lastIdx="0" clrIdx="282"/>
  <p:cmAuthor id="284" name="未知的使用者167" initials="未" lastIdx="0" clrIdx="283"/>
  <p:cmAuthor id="285" name="未知的使用者50" initials="未" lastIdx="0" clrIdx="284"/>
  <p:cmAuthor id="286" name="未知用户116" initials="未" lastIdx="0" clrIdx="285"/>
  <p:cmAuthor id="287" name="未知的使用者168" initials="未" lastIdx="0" clrIdx="286"/>
  <p:cmAuthor id="288" name="未知的使用者169" initials="未" lastIdx="0" clrIdx="287"/>
  <p:cmAuthor id="289" name="未知的使用者117" initials="未" lastIdx="0" clrIdx="288"/>
  <p:cmAuthor id="290" name="未知用户117" initials="未" lastIdx="0" clrIdx="289"/>
  <p:cmAuthor id="291" name="jet" initials="j" lastIdx="0" clrIdx="290"/>
  <p:cmAuthor id="292" name="clinchen" initials="c" lastIdx="0" clrIdx="291"/>
  <p:cmAuthor id="293" name="未知用户109" initials="未" lastIdx="0" clrIdx="292"/>
  <p:cmAuthor id="294" name="thomas" initials="t" lastIdx="0" clrIdx="293"/>
  <p:cmAuthor id="295" name="未知的使用者198" initials="未" lastIdx="0" clrIdx="294"/>
  <p:cmAuthor id="296" name="未知的使用者205" initials="未" lastIdx="0" clrIdx="295"/>
  <p:cmAuthor id="297" name="未知的使用者200" initials="未" lastIdx="0" clrIdx="296"/>
  <p:cmAuthor id="298" name="未知用户61" initials="未" lastIdx="0" clrIdx="297"/>
  <p:cmAuthor id="299" name="未知的使用者194" initials="未" lastIdx="0" clrIdx="298"/>
  <p:cmAuthor id="300" name="未知的使用者182" initials="未" lastIdx="0" clrIdx="299"/>
  <p:cmAuthor id="301" name="未知的使用者48" initials="未" lastIdx="0" clrIdx="300"/>
  <p:cmAuthor id="302" name="未知用户60" initials="未" lastIdx="0" clrIdx="301"/>
  <p:cmAuthor id="303" name="未知的使用者185" initials="未" lastIdx="0" clrIdx="302"/>
  <p:cmAuthor id="304" name="未知的使用者186" initials="未" lastIdx="0" clrIdx="303"/>
  <p:cmAuthor id="305" name="未知的使用者187" initials="未" lastIdx="0" clrIdx="304"/>
  <p:cmAuthor id="306" name="未知的使用者201" initials="未" lastIdx="0" clrIdx="305"/>
  <p:cmAuthor id="307" name="未知的使用者202" initials="未" lastIdx="0" clrIdx="306"/>
  <p:cmAuthor id="308" name="姚琳" initials="姚" lastIdx="0" clrIdx="307"/>
  <p:cmAuthor id="309" name="未知的使用者171" initials="未" lastIdx="0" clrIdx="308"/>
  <p:cmAuthor id="310" name="chen" initials="c" lastIdx="0" clrIdx="309"/>
  <p:cmAuthor id="311" name="未知的使用者195" initials="未" lastIdx="0" clrIdx="310"/>
  <p:cmAuthor id="312" name="未知的使用者173" initials="未" lastIdx="0" clrIdx="311"/>
  <p:cmAuthor id="313" name="R affer" initials="R" lastIdx="0" clrIdx="312"/>
  <p:cmAuthor id="314" name="未知的使用者175" initials="未" lastIdx="0" clrIdx="313"/>
  <p:cmAuthor id="315" name="Neno Loje" initials="N" lastIdx="0" clrIdx="314"/>
  <p:cmAuthor id="316" name="未知的使用者49" initials="未" lastIdx="0" clrIdx="315"/>
  <p:cmAuthor id="317" name="未知用户143" initials="未知用户143" lastIdx="0" clrIdx="316"/>
  <p:cmAuthor id="318" name="WPS_1679281038" initials="W" lastIdx="0" clrIdx="317"/>
  <p:cmAuthor id="319" name="未知用户25" initials="未" lastIdx="0" clrIdx="318"/>
  <p:cmAuthor id="320" name="未知用户28" initials="未" lastIdx="0" clrIdx="319"/>
  <p:cmAuthor id="321" name="未知用户27" initials="未" lastIdx="0" clrIdx="320"/>
  <p:cmAuthor id="322" name="未知的使用者37" initials="未" lastIdx="0" clrIdx="321"/>
  <p:cmAuthor id="323" name="未知用户290" initials="未" lastIdx="0" clrIdx="322"/>
  <p:cmAuthor id="324" name="未知的使用者42" initials="未" lastIdx="0" clrIdx="323"/>
  <p:cmAuthor id="325" name="Evonlin" initials="E" lastIdx="0" clrIdx="324"/>
  <p:cmAuthor id="326" name="未知的使用者39" initials="未" lastIdx="0" clrIdx="325"/>
  <p:cmAuthor id="327" name="未知的使用者38" initials="未" lastIdx="0" clrIdx="326"/>
  <p:cmAuthor id="328" name="未知用户37" initials="未" lastIdx="0" clrIdx="327"/>
  <p:cmAuthor id="329" name="未知的使用者136" initials="未" lastIdx="0" clrIdx="328"/>
  <p:cmAuthor id="330" name="未知用户39" initials="未" lastIdx="0" clrIdx="329"/>
  <p:cmAuthor id="331" name="Admin" initials="A" lastIdx="0" clrIdx="330"/>
  <p:cmAuthor id="332" name="未知的使用者64" initials="未" lastIdx="0" clrIdx="331"/>
  <p:cmAuthor id="333" name="未知的使用者65" initials="未" lastIdx="0" clrIdx="332"/>
  <p:cmAuthor id="334" name="未知的使用者66" initials="未" lastIdx="0" clrIdx="333"/>
  <p:cmAuthor id="335" name="FanJQ" initials="F" lastIdx="0" clrIdx="334"/>
  <p:cmAuthor id="336" name="未知用户35" initials="未" lastIdx="0" clrIdx="335"/>
  <p:cmAuthor id="337" name="未知用户36" initials="未" lastIdx="0" clrIdx="336"/>
  <p:cmAuthor id="338" name="未知用户26" initials="未" lastIdx="0" clrIdx="337"/>
  <p:cmAuthor id="339" name="未知用户23" initials="未" lastIdx="0" clrIdx="338"/>
  <p:cmAuthor id="340" name="未知用户29" initials="未" lastIdx="0" clrIdx="339"/>
  <p:cmAuthor id="341" name="未知用户30" initials="未" lastIdx="0" clrIdx="340"/>
  <p:cmAuthor id="342" name="未知用户31" initials="未" lastIdx="0" clrIdx="341"/>
  <p:cmAuthor id="343" name="未知用户32" initials="未" lastIdx="0" clrIdx="342"/>
  <p:cmAuthor id="344" name="未知用户33" initials="未" lastIdx="0" clrIdx="343"/>
  <p:cmAuthor id="345" name="未知用户34" initials="未" lastIdx="0" clrIdx="344"/>
  <p:cmAuthor id="346" name="Harry xu" initials="H" lastIdx="0" clrIdx="345"/>
  <p:cmAuthor id="347" name="huang gerrard" initials="h" lastIdx="0" clrIdx="346"/>
  <p:cmAuthor id="348" name="Unknown User24" initials="U" lastIdx="0" clrIdx="347"/>
  <p:cmAuthor id="349" name="Unknown User25" initials="U" lastIdx="0" clrIdx="348"/>
  <p:cmAuthor id="350" name="Unknown User26" initials="U" lastIdx="0" clrIdx="349"/>
  <p:cmAuthor id="351" name="Unknown User27" initials="U" lastIdx="0" clrIdx="350"/>
  <p:cmAuthor id="352" name="Unknown User28" initials="U" lastIdx="0" clrIdx="351"/>
  <p:cmAuthor id="353" name="曾蓓/贝贝" initials="曾" lastIdx="0" clrIdx="352"/>
  <p:cmAuthor id="354" name="Unknown User11" initials="U" lastIdx="0" clrIdx="353"/>
  <p:cmAuthor id="355" name="未知用户154" initials="未" lastIdx="0" clrIdx="354"/>
  <p:cmAuthor id="356" name="未知用户155" initials="未" lastIdx="0" clrIdx="355"/>
  <p:cmAuthor id="357" name="施普希（菜菜）" initials="施" lastIdx="0" clrIdx="356"/>
  <p:cmAuthor id="358" name="未知用户41" initials="未" lastIdx="0" clrIdx="357"/>
  <p:cmAuthor id="359" name="蔡伟岸" initials="蔡伟岸" lastIdx="0" clrIdx="358"/>
  <p:cmAuthor id="360" name="px" initials="p" lastIdx="0" clrIdx="359"/>
  <p:cmAuthor id="361" name="李 嘉" initials="李" lastIdx="0" clrIdx="360"/>
  <p:cmAuthor id="362" name="gus9@chinaunicom.cn" initials="g" lastIdx="0" clrIdx="361"/>
  <p:cmAuthor id="363" name="未知用户45" initials="未" lastIdx="0" clrIdx="362"/>
  <p:cmAuthor id="364" name="未知的使用者128" initials="未" lastIdx="0" clrIdx="363"/>
  <p:cmAuthor id="365" name="未知用户156" initials="未" lastIdx="0" clrIdx="364"/>
  <p:cmAuthor id="366" name="未知用户64" initials="未" lastIdx="0" clrIdx="365"/>
  <p:cmAuthor id="367" name="未知用户65" initials="未" lastIdx="0" clrIdx="366"/>
  <p:cmAuthor id="368" name="未知用户68" initials="未" lastIdx="0" clrIdx="367"/>
  <p:cmAuthor id="369" name="ANIGO" initials="A" lastIdx="0" clrIdx="368"/>
  <p:cmAuthor id="370" name="未知用户69" initials="未" lastIdx="0" clrIdx="369"/>
  <p:cmAuthor id="371" name="未知用户70" initials="未" lastIdx="0" clrIdx="370"/>
  <p:cmAuthor id="372" name="未知用户71" initials="未" lastIdx="0" clrIdx="371"/>
  <p:cmAuthor id="373" name="未知用户72" initials="未" lastIdx="0" clrIdx="372"/>
  <p:cmAuthor id="374" name="未知用户73" initials="未" lastIdx="0" clrIdx="373"/>
  <p:cmAuthor id="375" name="未知用户150" initials="未" lastIdx="0" clrIdx="374"/>
  <p:cmAuthor id="376" name="未知用户310" initials="未" lastIdx="0" clrIdx="375"/>
  <p:cmAuthor id="377" name="maxine" initials="m" lastIdx="0" clrIdx="376"/>
  <p:cmAuthor id="378" name="未知用户153" initials="未" lastIdx="0" clrIdx="377"/>
  <p:cmAuthor id="379" name="shinin" initials="s" lastIdx="0" clrIdx="378"/>
  <p:cmAuthor id="380" name="未知的使用者59" initials="未" lastIdx="0" clrIdx="379"/>
  <p:cmAuthor id="381" name="dcis" initials="d" lastIdx="0" clrIdx="380"/>
  <p:cmAuthor id="382" name="未知用户53" initials="未" lastIdx="0" clrIdx="381"/>
  <p:cmAuthor id="383" name="未知用户48" initials="未" lastIdx="0" clrIdx="382"/>
  <p:cmAuthor id="384" name="未知用户49" initials="未" lastIdx="0" clrIdx="383"/>
  <p:cmAuthor id="385" name="未知用户106" initials="未" lastIdx="0" clrIdx="384"/>
  <p:cmAuthor id="386" name="未知的使用者61" initials="未" lastIdx="0" clrIdx="385"/>
  <p:cmAuthor id="387" name="未知的使用者62" initials="未" lastIdx="0" clrIdx="386"/>
  <p:cmAuthor id="388" name="未知的使用者58" initials="未" lastIdx="0" clrIdx="387"/>
  <p:cmAuthor id="389" name="未知用户50" initials="未" lastIdx="0" clrIdx="388"/>
  <p:cmAuthor id="390" name="未知用户52" initials="未" lastIdx="0" clrIdx="389"/>
  <p:cmAuthor id="391" name="未知用户151" initials="未" lastIdx="0" clrIdx="390"/>
  <p:cmAuthor id="392" name="未知的使用者109" initials="未" lastIdx="0" clrIdx="391"/>
  <p:cmAuthor id="393" name="Chun Chung YEH" initials="C" lastIdx="0" clrIdx="392"/>
  <p:cmAuthor id="394" name="未知用户152" initials="未" lastIdx="0" clrIdx="393"/>
  <p:cmAuthor id="395" name="未知的使用者75" initials="未" lastIdx="0" clrIdx="394"/>
  <p:cmAuthor id="396" name="未知的使用者113" initials="未" lastIdx="0" clrIdx="395"/>
  <p:cmAuthor id="397" name="未知的使用者122" initials="未" lastIdx="0" clrIdx="396"/>
  <p:cmAuthor id="398" name="未知的使用者123" initials="未" lastIdx="0" clrIdx="397"/>
  <p:cmAuthor id="399" name="未知的使用者124" initials="未" lastIdx="0" clrIdx="398"/>
  <p:cmAuthor id="400" name="未知的使用者125" initials="未" lastIdx="0" clrIdx="399"/>
  <p:cmAuthor id="401" name="未知的使用者118" initials="未" lastIdx="0" clrIdx="400"/>
  <p:cmAuthor id="402" name="未知的使用者126" initials="未" lastIdx="0" clrIdx="401"/>
  <p:cmAuthor id="403" name="仇怿俊" initials="仇" lastIdx="0" clrIdx="402"/>
  <p:cmAuthor id="404" name="未知用户98" initials="未" lastIdx="0" clrIdx="403"/>
  <p:cmAuthor id="405" name="mei shuo" initials="mei shuo" lastIdx="0" clrIdx="404"/>
  <p:cmAuthor id="406" name="未知用户100" initials="未" lastIdx="0" clrIdx="405"/>
  <p:cmAuthor id="407" name="dengwanting" initials="d" lastIdx="0" clrIdx="406"/>
  <p:cmAuthor id="408" name="未知用户101" initials="未" lastIdx="0" clrIdx="407"/>
  <p:cmAuthor id="409" name="mouse zz" initials="mz" lastIdx="0" clrIdx="408"/>
  <p:cmAuthor id="410" name="hanjuncompany" initials="h" lastIdx="0" clrIdx="409"/>
  <p:cmAuthor id="411" name="未知用户9" initials="未" lastIdx="0" clrIdx="410"/>
  <p:cmAuthor id="412" name="未知的使用者183" initials="未" lastIdx="0" clrIdx="411"/>
  <p:cmAuthor id="413" name="未知用户95" initials="未" lastIdx="0" clrIdx="412"/>
  <p:cmAuthor id="414" name="未知用户211" initials="未" lastIdx="0" clrIdx="413"/>
  <p:cmAuthor id="415" name="未知用户212" initials="未" lastIdx="0" clrIdx="414"/>
  <p:cmAuthor id="416" name="未知用户210" initials="未" lastIdx="0" clrIdx="415"/>
  <p:cmAuthor id="417" name="未知用户201" initials="未" lastIdx="0" clrIdx="416"/>
  <p:cmAuthor id="418" name="未知用户161" initials="未" lastIdx="0" clrIdx="417"/>
  <p:cmAuthor id="419" name="未知用户183" initials="未" lastIdx="0" clrIdx="418"/>
  <p:cmAuthor id="420" name="未知用户162" initials="未" lastIdx="0" clrIdx="419"/>
  <p:cmAuthor id="421" name="未知用户163" initials="未" lastIdx="0" clrIdx="420"/>
  <p:cmAuthor id="422" name="未知用户164" initials="未" lastIdx="0" clrIdx="421"/>
  <p:cmAuthor id="423" name="未知用户165" initials="未" lastIdx="0" clrIdx="422"/>
  <p:cmAuthor id="424" name="未知用户191" initials="未" lastIdx="0" clrIdx="423"/>
  <p:cmAuthor id="425" name="未知用户167" initials="未" lastIdx="0" clrIdx="424"/>
  <p:cmAuthor id="426" name="未知用户202" initials="未" lastIdx="0" clrIdx="425"/>
  <p:cmAuthor id="427" name="未知用户169" initials="未" lastIdx="0" clrIdx="426"/>
  <p:cmAuthor id="428" name="未知用户192" initials="未" lastIdx="0" clrIdx="427"/>
  <p:cmAuthor id="429" name="未知用户203" initials="未" lastIdx="0" clrIdx="428"/>
  <p:cmAuthor id="430" name="未知用户174" initials="未" lastIdx="0" clrIdx="429"/>
  <p:cmAuthor id="431" name="未知用户175" initials="未" lastIdx="0" clrIdx="430"/>
  <p:cmAuthor id="432" name="未知用户176" initials="未" lastIdx="0" clrIdx="431"/>
  <p:cmAuthor id="433" name="未知用户177" initials="未" lastIdx="0" clrIdx="432"/>
  <p:cmAuthor id="434" name="未知用户184" initials="未" lastIdx="0" clrIdx="433"/>
  <p:cmAuthor id="435" name="未知用户179" initials="未" lastIdx="0" clrIdx="434"/>
  <p:cmAuthor id="436" name="未知用户185" initials="未" lastIdx="0" clrIdx="435"/>
  <p:cmAuthor id="437" name="未知用户181" initials="未" lastIdx="0" clrIdx="436"/>
  <p:cmAuthor id="438" name="未知用户182" initials="未" lastIdx="0" clrIdx="437"/>
  <p:cmAuthor id="439" name="未知用户204" initials="未" lastIdx="0" clrIdx="438"/>
  <p:cmAuthor id="440" name="未知用户205" initials="未" lastIdx="0" clrIdx="439"/>
  <p:cmAuthor id="441" name="未知用户79" initials="未" lastIdx="0" clrIdx="440"/>
  <p:cmAuthor id="442" name="未知用户80" initials="未" lastIdx="0" clrIdx="441"/>
  <p:cmAuthor id="443" name="未知用户193" initials="未" lastIdx="0" clrIdx="442"/>
  <p:cmAuthor id="444" name="未知用户194" initials="未" lastIdx="0" clrIdx="443"/>
  <p:cmAuthor id="445" name="MA15" initials="M" lastIdx="0" clrIdx="444"/>
  <p:cmAuthor id="446" name="未知用户187" initials="未" lastIdx="0" clrIdx="445"/>
  <p:cmAuthor id="447" name="Kent" initials="K" lastIdx="0" clrIdx="446"/>
  <p:cmAuthor id="448" name="留毓吟" initials="留" lastIdx="0" clrIdx="447"/>
  <p:cmAuthor id="449" name="未知的使用者204" initials="未" lastIdx="0" clrIdx="448"/>
  <p:cmAuthor id="450" name="未知用户190" initials="未" lastIdx="0" clrIdx="449"/>
  <p:cmAuthor id="451" name="未知用户127" initials="未" lastIdx="0" clrIdx="450"/>
  <p:cmAuthor id="452" name="未知用户196" initials="未" lastIdx="0" clrIdx="451"/>
  <p:cmAuthor id="453" name="未知用户199" initials="未" lastIdx="0" clrIdx="452"/>
  <p:cmAuthor id="454" name="未知用户128" initials="未" lastIdx="0" clrIdx="453"/>
  <p:cmAuthor id="455" name="未知用户118" initials="未" lastIdx="0" clrIdx="454"/>
  <p:cmAuthor id="456" name="李婧宜_YBferYVR" initials="authorId_1217247658" lastIdx="0" clrIdx="455"/>
  <p:cmAuthor id="457" name="未知用户123" initials="未" lastIdx="0" clrIdx="456"/>
  <p:cmAuthor id="458" name="骆倩怡_Znauj26B" initials="authorId_382814100" lastIdx="0" clrIdx="457"/>
  <p:cmAuthor id="459" name="未知用户178" initials="未" lastIdx="0" clrIdx="458"/>
  <p:cmAuthor id="460" name="淑芬 田" initials="淑田" lastIdx="0" clrIdx="459"/>
  <p:cmAuthor id="461" name="未知用户180" initials="未" lastIdx="0" clrIdx="460"/>
  <p:cmAuthor id="462" name="张 lazy" initials="张" lastIdx="0" clrIdx="461"/>
  <p:cmAuthor id="463" name="未知用户186" initials="未" lastIdx="0" clrIdx="462"/>
  <p:cmAuthor id="464" name="范 斌" initials="范" lastIdx="0" clrIdx="463"/>
  <p:cmAuthor id="465" name="未知用户188" initials="未" lastIdx="0" clrIdx="464"/>
  <p:cmAuthor id="466" name="毕邺" initials="党委办公室" lastIdx="0" clrIdx="465"/>
  <p:cmAuthor id="467" name="未知用户189" initials="未" lastIdx="0" clrIdx="466"/>
  <p:cmAuthor id="468" name="jiaru tiger" initials="jt" lastIdx="0" clrIdx="467"/>
  <p:cmAuthor id="469" name="未知的使用者85" initials="未" lastIdx="0" clrIdx="468"/>
  <p:cmAuthor id="470" name="未知的使用者100" initials="未" lastIdx="0" clrIdx="469"/>
  <p:cmAuthor id="471" name="未知的使用者87" initials="未" lastIdx="0" clrIdx="470"/>
  <p:cmAuthor id="472" name="未知的使用者44" initials="未" lastIdx="0" clrIdx="471"/>
  <p:cmAuthor id="473" name="WynYeee" initials="W" lastIdx="0" clrIdx="472"/>
  <p:cmAuthor id="474" name="Unknown User48" initials="U" lastIdx="0" clrIdx="473"/>
  <p:cmAuthor id="475" name="未知的使用者77" initials="未" lastIdx="0" clrIdx="474"/>
  <p:cmAuthor id="476" name="未知的使用者78" initials="未" lastIdx="0" clrIdx="475"/>
  <p:cmAuthor id="477" name="未知的使用者79" initials="未" lastIdx="0" clrIdx="476"/>
  <p:cmAuthor id="478" name="未知的使用者80" initials="未" lastIdx="0" clrIdx="477"/>
  <p:cmAuthor id="479" name="未知的使用者81" initials="未" lastIdx="0" clrIdx="478"/>
  <p:cmAuthor id="480" name="未知的使用者82" initials="未" lastIdx="0" clrIdx="479"/>
  <p:cmAuthor id="481" name="未知的使用者84" initials="未" lastIdx="0" clrIdx="480"/>
  <p:cmAuthor id="482" name="未知用户92" initials="未" lastIdx="0" clrIdx="481"/>
  <p:cmAuthor id="483" name="未知的使用者88" initials="未" lastIdx="0" clrIdx="482"/>
  <p:cmAuthor id="484" name="未知的使用者89" initials="未" lastIdx="0" clrIdx="483"/>
  <p:cmAuthor id="485" name="未知的使用者90" initials="未" lastIdx="0" clrIdx="484"/>
  <p:cmAuthor id="486" name="未知的使用者91" initials="未" lastIdx="0" clrIdx="485"/>
  <p:cmAuthor id="487" name="Johnny Hsieh" initials="J" lastIdx="0" clrIdx="486"/>
  <p:cmAuthor id="488" name="未知的使用者184" initials="未" lastIdx="0" clrIdx="487"/>
  <p:cmAuthor id="489" name="未知用户170" initials="未" lastIdx="0" clrIdx="488"/>
  <p:cmAuthor id="490" name="未知用户172" initials="未" lastIdx="0" clrIdx="489"/>
  <p:cmAuthor id="491" name="未知的使用者127" initials="未" lastIdx="0" clrIdx="490"/>
  <p:cmAuthor id="492" name="未知的使用者179" initials="未" lastIdx="0" clrIdx="491"/>
  <p:cmAuthor id="493" name="未知的使用者180" initials="未" lastIdx="0" clrIdx="492"/>
  <p:cmAuthor id="494" name="未知的使用者181" initials="未" lastIdx="0" clrIdx="493"/>
  <p:cmAuthor id="495" name="CHRISYU" initials="C" lastIdx="0" clrIdx="494"/>
  <p:cmAuthor id="496" name="liucunri" initials="l" lastIdx="0" clrIdx="495"/>
  <p:cmAuthor id="497" name="未知的使用者141" initials="未" lastIdx="0" clrIdx="496"/>
  <p:cmAuthor id="498" name="未知用户40" initials="未" lastIdx="0" clrIdx="497"/>
  <p:cmAuthor id="499" name="未知用户43" initials="未" lastIdx="0" clrIdx="498"/>
  <p:cmAuthor id="500" name="未知的使用者144" initials="未" lastIdx="0" clrIdx="499"/>
  <p:cmAuthor id="501" name="alpha" initials="a" lastIdx="0" clrIdx="500"/>
  <p:cmAuthor id="502" name="未知的使用者146" initials="未" lastIdx="0" clrIdx="501"/>
  <p:cmAuthor id="503" name="未知的使用者147" initials="未" lastIdx="0" clrIdx="502"/>
  <p:cmAuthor id="504" name="未知用户113" initials="未知用户113" lastIdx="0" clrIdx="503"/>
  <p:cmAuthor id="505" name="未知用户85" initials="未" lastIdx="0" clrIdx="504"/>
  <p:cmAuthor id="506" name="未知用户86" initials="未" lastIdx="0" clrIdx="505"/>
  <p:cmAuthor id="507" name="未知用户78" initials="未" lastIdx="0" clrIdx="506"/>
  <p:cmAuthor id="508" name="未知的使用者63" initials="未" lastIdx="0" clrIdx="507"/>
  <p:cmAuthor id="509" name="kathy chen" initials="k" lastIdx="0" clrIdx="508"/>
  <p:cmAuthor id="510" name="未知的使用者143" initials="未" lastIdx="0" clrIdx="509"/>
  <p:cmAuthor id="511" name="raymond luan" initials="r" lastIdx="0" clrIdx="510"/>
  <p:cmAuthor id="512" name="未知的使用者106" initials="未" lastIdx="0" clrIdx="511"/>
  <p:cmAuthor id="513" name="未知的使用者86" initials="未" lastIdx="0" clrIdx="512"/>
  <p:cmAuthor id="514" name="黄晓平" initials="黄" lastIdx="0" clrIdx="513"/>
  <p:cmAuthor id="515" name="徐琳00159163" initials="徐琳00159163" lastIdx="0" clrIdx="514"/>
  <p:cmAuthor id="516" name="任涛10036216" initials="任涛10036216" lastIdx="0" clrIdx="515"/>
  <p:cmAuthor id="517" name="未知的使用者116" initials="未" lastIdx="0" clrIdx="516"/>
  <p:cmAuthor id="518" name="未知用户63" initials="未" lastIdx="0" clrIdx="517"/>
  <p:cmAuthor id="519" name="Vicky" initials="V" lastIdx="0" clrIdx="518"/>
  <p:cmAuthor id="520" name="LYJ" initials="L" lastIdx="0" clrIdx="519"/>
  <p:cmAuthor id="521" name="Sara Chen" initials="S" lastIdx="0" clrIdx="520"/>
  <p:cmAuthor id="522" name="未知的使用者114" initials="未" lastIdx="0" clrIdx="521"/>
  <p:cmAuthor id="523" name="未知的使用者115" initials="未" lastIdx="0" clrIdx="522"/>
  <p:cmAuthor id="524" name="未知用户138" initials="未" lastIdx="0" clrIdx="523"/>
  <p:cmAuthor id="525" name="未知用户130" initials="未" lastIdx="0" clrIdx="524"/>
  <p:cmAuthor id="526" name="未知用户131" initials="未" lastIdx="0" clrIdx="525"/>
  <p:cmAuthor id="527" name="未知用户132" initials="未" lastIdx="0" clrIdx="526"/>
  <p:cmAuthor id="528" name="未知用户133" initials="未" lastIdx="0" clrIdx="527"/>
  <p:cmAuthor id="529" name="未知用户134" initials="未" lastIdx="0" clrIdx="528"/>
  <p:cmAuthor id="530" name="未知用户135" initials="未" lastIdx="0" clrIdx="529"/>
  <p:cmAuthor id="531" name="未知用户137" initials="未" lastIdx="0" clrIdx="530"/>
  <p:cmAuthor id="532" name="未知用户136" initials="未" lastIdx="0" clrIdx="531"/>
  <p:cmAuthor id="533" name="Arno.Du(杜明星)" initials="A" lastIdx="0" clrIdx="532"/>
  <p:cmAuthor id="534" name="Yoyo Wu" initials="Y" lastIdx="0" clrIdx="533"/>
  <p:cmAuthor id="535" name="zhangbin" initials="z" lastIdx="0" clrIdx="534"/>
  <p:cmAuthor id="536" name="未知的使用者232" initials="" lastIdx="0" clrIdx="535"/>
  <p:cmAuthor id="537" name="未知用户111" initials="未" lastIdx="0" clrIdx="536"/>
  <p:cmAuthor id="538" name="Unknown User112" initials="U" lastIdx="0" clrIdx="537"/>
  <p:cmAuthor id="539" name="Unknown User59" initials="U" lastIdx="0" clrIdx="538"/>
  <p:cmAuthor id="540" name="Unknown User113" initials="U" lastIdx="0" clrIdx="539"/>
  <p:cmAuthor id="541" name="Unknown User114" initials="U" lastIdx="0" clrIdx="540"/>
  <p:cmAuthor id="542" name="Unknown User111" initials="U" lastIdx="0" clrIdx="541"/>
  <p:cmAuthor id="543" name="Unknown User117" initials="U" lastIdx="0" clrIdx="542"/>
  <p:cmAuthor id="544" name="Unknown User63" initials="U" lastIdx="0" clrIdx="543"/>
  <p:cmAuthor id="545" name="Unknown User115" initials="U" lastIdx="0" clrIdx="544"/>
  <p:cmAuthor id="546" name="Unknown User116" initials="U" lastIdx="0" clrIdx="545"/>
  <p:cmAuthor id="547" name="Unknown User65" initials="U" lastIdx="0" clrIdx="546"/>
  <p:cmAuthor id="548" name="Unknown User66" initials="U" lastIdx="0" clrIdx="547"/>
  <p:cmAuthor id="549" name="Unknown User67" initials="U" lastIdx="0" clrIdx="548"/>
  <p:cmAuthor id="550" name="Unknown User68" initials="U" lastIdx="0" clrIdx="549"/>
  <p:cmAuthor id="551" name="Unknown User69" initials="U" lastIdx="0" clrIdx="550"/>
  <p:cmAuthor id="552" name="Unknown User70" initials="U" lastIdx="0" clrIdx="551"/>
  <p:cmAuthor id="553" name="Unknown User52" initials="U" lastIdx="0" clrIdx="552"/>
  <p:cmAuthor id="554" name="James" initials="J" lastIdx="0" clrIdx="553"/>
  <p:cmAuthor id="555" name="未知的使用者134" initials="未" lastIdx="0" clrIdx="554"/>
  <p:cmAuthor id="556" name="刘云轩" initials="刘" lastIdx="0" clrIdx="555"/>
  <p:cmAuthor id="557" name="sharon" initials="s" lastIdx="0" clrIdx="556"/>
  <p:cmAuthor id="558" name="nancy" initials="n" lastIdx="0" clrIdx="557"/>
  <p:cmAuthor id="559" name="未知用户124" initials="未" lastIdx="0" clrIdx="558"/>
  <p:cmAuthor id="560" name="未知用户125" initials="未" lastIdx="0" clrIdx="559"/>
  <p:cmAuthor id="561" name="未知用户126" initials="未" lastIdx="0" clrIdx="560"/>
  <p:cmAuthor id="562" name="未知用户84" initials="未" lastIdx="0" clrIdx="561"/>
  <p:cmAuthor id="563" name="Ted Su" initials="T" lastIdx="0" clrIdx="562"/>
  <p:cmAuthor id="564" name="未知用户10" initials="未" lastIdx="0" clrIdx="563"/>
  <p:cmAuthor id="565" name="未知用户129" initials="未" lastIdx="0" clrIdx="564"/>
  <p:cmAuthor id="566" name="未知的使用者165" initials="未" lastIdx="0" clrIdx="565"/>
  <p:cmAuthor id="567" name="庆芳 许" initials="庆" lastIdx="0" clrIdx="566"/>
  <p:cmAuthor id="568" name="jerrychou" initials="j" lastIdx="0" clrIdx="567"/>
  <p:cmAuthor id="569" name="不明使用者12" initials="不" lastIdx="0" clrIdx="568"/>
  <p:cmAuthor id="570" name="未知的使用者150" initials="未" lastIdx="0" clrIdx="569"/>
  <p:cmAuthor id="571" name="不明使用者2" initials="不" lastIdx="0" clrIdx="570"/>
  <p:cmAuthor id="572" name="不明使用者3" initials="不" lastIdx="0" clrIdx="571"/>
  <p:cmAuthor id="573" name="未知的使用者159" initials="未" lastIdx="0" clrIdx="572"/>
  <p:cmAuthor id="574" name="未知的使用者160" initials="未" lastIdx="0" clrIdx="573"/>
  <p:cmAuthor id="575" name="未知用户166" initials="未知用户166" lastIdx="0" clrIdx="574"/>
  <p:cmAuthor id="576" name="不明使用者7" initials="不" lastIdx="0" clrIdx="575"/>
  <p:cmAuthor id="577" name="未知用户120" initials="未" lastIdx="0" clrIdx="576"/>
  <p:cmAuthor id="578" name="未知用户122" initials="未" lastIdx="0" clrIdx="577"/>
  <p:cmAuthor id="579" name="未知用户139" initials="未" lastIdx="0" clrIdx="578"/>
  <p:cmAuthor id="580" name="未知用户141" initials="未" lastIdx="0" clrIdx="579"/>
  <p:cmAuthor id="581" name="未知用户144" initials="未" lastIdx="0" clrIdx="580"/>
  <p:cmAuthor id="582" name="未知用户145" initials="未" lastIdx="0" clrIdx="581"/>
  <p:cmAuthor id="583" name="未知用户119" initials="未" lastIdx="0" clrIdx="582"/>
  <p:cmAuthor id="584" name="未知用户140" initials="未" lastIdx="0" clrIdx="583"/>
  <p:cmAuthor id="585" name="未知用户142" initials="未" lastIdx="0" clrIdx="584"/>
  <p:cmAuthor id="586" name="未知用户146" initials="未" lastIdx="0" clrIdx="585"/>
  <p:cmAuthor id="587" name="未知用户147" initials="未" lastIdx="0" clrIdx="586"/>
  <p:cmAuthor id="588" name="未知用户148" initials="未" lastIdx="0" clrIdx="587"/>
  <p:cmAuthor id="589" name="张琦" initials="张" lastIdx="0" clrIdx="588"/>
  <p:cmAuthor id="590" name="未知用户195" initials="未" lastIdx="0" clrIdx="589"/>
  <p:cmAuthor id="591" name="未知用户207" initials="未" lastIdx="0" clrIdx="590"/>
  <p:cmAuthor id="592" name="未知用户208" initials="未" lastIdx="0" clrIdx="591"/>
  <p:cmAuthor id="593" name="未知用户198" initials="未" lastIdx="0" clrIdx="592"/>
  <p:cmAuthor id="594" name="未知用户209" initials="未" lastIdx="0" clrIdx="593"/>
  <p:cmAuthor id="595" name="未知的使用者178" initials="未" lastIdx="0" clrIdx="594"/>
  <p:cmAuthor id="596" name="未知用户206" initials="未" lastIdx="0" clrIdx="595"/>
  <p:cmAuthor id="597" name="Lily" initials="L" lastIdx="0" clrIdx="596"/>
  <p:cmAuthor id="598" name="未知用户46" initials="未" lastIdx="0" clrIdx="597"/>
  <p:cmAuthor id="599" name="未知的使用者207" initials="未" lastIdx="0" clrIdx="598"/>
  <p:cmAuthor id="600" name="未知的使用者208" initials="未" lastIdx="0" clrIdx="599"/>
  <p:cmAuthor id="601" name="未知的使用者188" initials="未" lastIdx="0" clrIdx="600"/>
  <p:cmAuthor id="602" name="未知的使用者189" initials="未" lastIdx="0" clrIdx="601"/>
  <p:cmAuthor id="603" name="未知的使用者190" initials="未" lastIdx="0" clrIdx="602"/>
  <p:cmAuthor id="604" name="未知的使用者191" initials="未" lastIdx="0" clrIdx="603"/>
  <p:cmAuthor id="605" name="未知的使用者192" initials="未" lastIdx="0" clrIdx="604"/>
  <p:cmAuthor id="606" name="未知的使用者193" initials="未" lastIdx="0" clrIdx="605"/>
  <p:cmAuthor id="607" name="未知的使用者209" initials="未" lastIdx="0" clrIdx="606"/>
  <p:cmAuthor id="608" name="未知的使用者210" initials="未" lastIdx="0" clrIdx="607"/>
  <p:cmAuthor id="609" name="未知的使用者211" initials="未" lastIdx="0" clrIdx="608"/>
  <p:cmAuthor id="610" name="未知的使用者212" initials="未" lastIdx="0" clrIdx="609"/>
  <p:cmAuthor id="611" name="未知的使用者213" initials="未" lastIdx="0" clrIdx="610"/>
  <p:cmAuthor id="612" name="未知的使用者214" initials="未" lastIdx="0" clrIdx="611"/>
  <p:cmAuthor id="613" name="未知的使用者215" initials="未" lastIdx="0" clrIdx="612"/>
  <p:cmAuthor id="614" name="未知的使用者216" initials="未" lastIdx="0" clrIdx="613"/>
  <p:cmAuthor id="615" name="未知的使用者217" initials="未" lastIdx="0" clrIdx="614"/>
  <p:cmAuthor id="616" name="未知的使用者218" initials="未" lastIdx="0" clrIdx="615"/>
  <p:cmAuthor id="617" name="未知的使用者219" initials="未" lastIdx="0" clrIdx="616"/>
  <p:cmAuthor id="618" name="未知的使用者220" initials="未" lastIdx="0" clrIdx="617"/>
  <p:cmAuthor id="619" name="未知的使用者152" initials="未" lastIdx="0" clrIdx="618"/>
  <p:cmAuthor id="620" name="未知的使用者153" initials="未" lastIdx="0" clrIdx="619"/>
  <p:cmAuthor id="621" name="未知的使用者154" initials="未" lastIdx="0" clrIdx="620"/>
  <p:cmAuthor id="622" name="未知的使用者156" initials="未" lastIdx="0" clrIdx="621"/>
  <p:cmAuthor id="623" name="未知的使用者157" initials="未" lastIdx="0" clrIdx="622"/>
  <p:cmAuthor id="624" name="未知的使用者161" initials="未" lastIdx="0" clrIdx="623"/>
  <p:cmAuthor id="625" name="未知的使用者151" initials="未" lastIdx="0" clrIdx="624"/>
  <p:cmAuthor id="626" name="未知的使用者129" initials="未" lastIdx="0" clrIdx="625"/>
  <p:cmAuthor id="627" name="未知的使用者130" initials="未" lastIdx="0" clrIdx="626"/>
  <p:cmAuthor id="628" name="未知的使用者131" initials="未" lastIdx="0" clrIdx="627"/>
  <p:cmAuthor id="629" name="未知的使用者132" initials="未" lastIdx="0" clrIdx="628"/>
  <p:cmAuthor id="630" name="未知的使用者164" initials="未" lastIdx="0" clrIdx="629"/>
  <p:cmAuthor id="631" name="未知的使用者172" initials="未" lastIdx="0" clrIdx="630"/>
  <p:cmAuthor id="632" name="未知的使用者174" initials="未" lastIdx="0" clrIdx="631"/>
  <p:cmAuthor id="633" name="未知的使用者176" initials="未" lastIdx="0" clrIdx="632"/>
  <p:cmAuthor id="634" name="未知的使用者247" initials="未" lastIdx="0" clrIdx="633"/>
  <p:cmAuthor id="635" name="未知的使用者249" initials="未" lastIdx="0" clrIdx="634"/>
  <p:cmAuthor id="636" name="未知的使用者250" initials="未" lastIdx="0" clrIdx="635"/>
  <p:cmAuthor id="637" name="未知的使用者251" initials="未" lastIdx="0" clrIdx="636"/>
  <p:cmAuthor id="638" name="未知的使用者246" initials="未" lastIdx="0" clrIdx="637"/>
  <p:cmAuthor id="639" name="未知的使用者224" initials="未" lastIdx="0" clrIdx="638"/>
  <p:cmAuthor id="640" name="未知的使用者252" initials="未" lastIdx="0" clrIdx="639"/>
  <p:cmAuthor id="641" name="未知的使用者253" initials="未" lastIdx="0" clrIdx="640"/>
  <p:cmAuthor id="642" name="未知的使用者254" initials="未" lastIdx="0" clrIdx="641"/>
  <p:cmAuthor id="643" name="未知的使用者255" initials="未" lastIdx="0" clrIdx="642"/>
  <p:cmAuthor id="644" name="未知的使用者226" initials="未" lastIdx="0" clrIdx="643"/>
  <p:cmAuthor id="645" name="未知的使用者227" initials="未" lastIdx="0" clrIdx="644"/>
  <p:cmAuthor id="646" name="群智集" initials="群" lastIdx="0" clrIdx="645"/>
  <p:cmAuthor id="647" name="未知的使用者270" initials="未" lastIdx="0" clrIdx="646"/>
  <p:cmAuthor id="648" name="未知的使用者228" initials="未" lastIdx="0" clrIdx="647"/>
  <p:cmAuthor id="649" name="江莉萍|jiangliping" initials="W用" lastIdx="0" clrIdx="648"/>
  <p:cmAuthor id="650" name="未知的使用者229" initials="未" lastIdx="0" clrIdx="649"/>
  <p:cmAuthor id="651" name="未知的使用者230" initials="未" lastIdx="0" clrIdx="650"/>
  <p:cmAuthor id="652" name="殷格非" initials="殷" lastIdx="0" clrIdx="651"/>
  <p:cmAuthor id="653" name="未知的使用者231" initials="未" lastIdx="0" clrIdx="652"/>
  <p:cmAuthor id="654" name="z r" initials="zr" lastIdx="0" clrIdx="653"/>
  <p:cmAuthor id="655" name="未知的使用者256" initials="未" lastIdx="0" clrIdx="654"/>
  <p:cmAuthor id="656" name="lc xue" initials="lx" lastIdx="0" clrIdx="655"/>
  <p:cmAuthor id="657" name="未知的使用者233" initials="未" lastIdx="0" clrIdx="656"/>
  <p:cmAuthor id="658" name="郑杨燚|zhengyangyi" initials="郑杨燚" lastIdx="0" clrIdx="657"/>
  <p:cmAuthor id="659" name="未知的使用者234" initials="未" lastIdx="0" clrIdx="658"/>
  <p:cmAuthor id="660" name="13709759491@139.com" initials="1" lastIdx="0" clrIdx="659"/>
  <p:cmAuthor id="661" name="未知的使用者235" initials="未" lastIdx="0" clrIdx="660"/>
  <p:cmAuthor id="662" name="高飞" initials="高" lastIdx="0" clrIdx="661"/>
  <p:cmAuthor id="663" name="未知的使用者236" initials="未" lastIdx="0" clrIdx="662"/>
  <p:cmAuthor id="664" name="xzb1" initials="x" lastIdx="0" clrIdx="663"/>
  <p:cmAuthor id="665" name="未知的使用者257" initials="未" lastIdx="0" clrIdx="664"/>
  <p:cmAuthor id="666" name="未知的使用者237" initials="未" lastIdx="0" clrIdx="665"/>
  <p:cmAuthor id="667" name="未知的使用者238" initials="未" lastIdx="0" clrIdx="666"/>
  <p:cmAuthor id="668" name="未知的使用者239" initials="未" lastIdx="0" clrIdx="667"/>
  <p:cmAuthor id="669" name="未知的使用者240" initials="未" lastIdx="0" clrIdx="668"/>
  <p:cmAuthor id="670" name="未知的使用者241" initials="未" lastIdx="0" clrIdx="669"/>
  <p:cmAuthor id="671" name="未知的使用者242" initials="未" lastIdx="0" clrIdx="670"/>
  <p:cmAuthor id="672" name="未知的使用者243" initials="未" lastIdx="0" clrIdx="671"/>
  <p:cmAuthor id="673" name="未知的使用者258" initials="未" lastIdx="0" clrIdx="672"/>
  <p:cmAuthor id="674" name="未知的使用者259" initials="未" lastIdx="0" clrIdx="673"/>
  <p:cmAuthor id="675" name="未知的使用者260" initials="未" lastIdx="0" clrIdx="674"/>
  <p:cmAuthor id="676" name="未知的使用者261" initials="未" lastIdx="0" clrIdx="675"/>
  <p:cmAuthor id="677" name="未知的使用者262" initials="未" lastIdx="0" clrIdx="676"/>
  <p:cmAuthor id="678" name="未知的使用者263" initials="未" lastIdx="0" clrIdx="677"/>
  <p:cmAuthor id="679" name="未知的使用者264" initials="未" lastIdx="0" clrIdx="678"/>
  <p:cmAuthor id="680" name="未知的使用者265" initials="未" lastIdx="0" clrIdx="679"/>
  <p:cmAuthor id="681" name="未知的使用者266" initials="未" lastIdx="0" clrIdx="680"/>
  <p:cmAuthor id="682" name="未知的使用者267" initials="未" lastIdx="0" clrIdx="681"/>
  <p:cmAuthor id="683" name="未知的使用者268" initials="未" lastIdx="0" clrIdx="682"/>
  <p:cmAuthor id="684" name="未知的使用者269" initials="未" lastIdx="0" clrIdx="683"/>
  <p:cmAuthor id="685" name="jiangli1" initials="j" lastIdx="0" clrIdx="684"/>
  <p:cmAuthor id="686" name="lillian" initials="l" lastIdx="0" clrIdx="685"/>
  <p:cmAuthor id="687" name="未知用户197" initials="未" lastIdx="0" clrIdx="686"/>
  <p:cmAuthor id="688" name="未知用户430" initials="未" lastIdx="0" clrIdx="687"/>
  <p:cmAuthor id="689" name="未知用户301" initials="未" lastIdx="0" clrIdx="688"/>
  <p:cmAuthor id="690" name="未知用户302" initials="未" lastIdx="0" clrIdx="689"/>
  <p:cmAuthor id="691" name="未知用户303" initials="未" lastIdx="0" clrIdx="690"/>
  <p:cmAuthor id="692" name="未知用户306" initials="未" lastIdx="0" clrIdx="691"/>
  <p:cmAuthor id="693" name="未知用户307" initials="未" lastIdx="0" clrIdx="692"/>
  <p:cmAuthor id="694" name="未知用户308" initials="未" lastIdx="0" clrIdx="693"/>
  <p:cmAuthor id="695" name="未知用户434" initials="未" lastIdx="0" clrIdx="694"/>
  <p:cmAuthor id="696" name="未知用户393" initials="未" lastIdx="0" clrIdx="695"/>
  <p:cmAuthor id="697" name="未知用户435" initials="未" lastIdx="0" clrIdx="696"/>
  <p:cmAuthor id="698" name="Stacy Chiang" initials="S" lastIdx="0" clrIdx="697"/>
  <p:cmAuthor id="699" name="未知用户239" initials="未" lastIdx="0" clrIdx="698"/>
  <p:cmAuthor id="700" name="未知用户396" initials="未" lastIdx="0" clrIdx="699"/>
  <p:cmAuthor id="701" name="未知用户241" initials="未" lastIdx="0" clrIdx="700"/>
  <p:cmAuthor id="702" name="未知用户242" initials="未" lastIdx="0" clrIdx="701"/>
  <p:cmAuthor id="703" name="未知用户399" initials="未" lastIdx="0" clrIdx="702"/>
  <p:cmAuthor id="704" name="未知用户446" initials="未" lastIdx="0" clrIdx="703"/>
  <p:cmAuthor id="705" name="未知用户390" initials="未" lastIdx="0" clrIdx="704"/>
  <p:cmAuthor id="706" name="未知用户392" initials="未" lastIdx="0" clrIdx="705"/>
  <p:cmAuthor id="707" name="未知用户402" initials="未" lastIdx="0" clrIdx="706"/>
  <p:cmAuthor id="708" name="未知用户403" initials="未" lastIdx="0" clrIdx="707"/>
  <p:cmAuthor id="709" name="未知用户327" initials="未" lastIdx="0" clrIdx="708"/>
  <p:cmAuthor id="710" name="未知用户404" initials="未" lastIdx="0" clrIdx="709"/>
  <p:cmAuthor id="711" name="未知用户276" initials="未" lastIdx="0" clrIdx="710"/>
  <p:cmAuthor id="712" name="黎辉鹏" initials="黎" lastIdx="0" clrIdx="711"/>
  <p:cmAuthor id="713" name="未知用户406" initials="未" lastIdx="0" clrIdx="712"/>
  <p:cmAuthor id="714" name="未知用户440" initials="未" lastIdx="0" clrIdx="713"/>
  <p:cmAuthor id="715" name="未知用户441" initials="未" lastIdx="0" clrIdx="714"/>
  <p:cmAuthor id="716" name="未知用户442" initials="未" lastIdx="0" clrIdx="715"/>
  <p:cmAuthor id="717" name="未知用户409" initials="未" lastIdx="0" clrIdx="716"/>
  <p:cmAuthor id="718" name="未知用户443" initials="未" lastIdx="0" clrIdx="717"/>
  <p:cmAuthor id="719" name="未知用户411" initials="未" lastIdx="0" clrIdx="718"/>
  <p:cmAuthor id="720" name="未知用户444" initials="未" lastIdx="0" clrIdx="719"/>
  <p:cmAuthor id="721" name="未知用户413" initials="未" lastIdx="0" clrIdx="720"/>
  <p:cmAuthor id="722" name="未知用户445" initials="未" lastIdx="0" clrIdx="721"/>
  <p:cmAuthor id="723" name="未知用户447" initials="未" lastIdx="0" clrIdx="722"/>
  <p:cmAuthor id="724" name="未知用户448" initials="未" lastIdx="0" clrIdx="723"/>
  <p:cmAuthor id="725" name="未知用户333" initials="未" lastIdx="0" clrIdx="724"/>
  <p:cmAuthor id="726" name="未知用户417" initials="未" lastIdx="0" clrIdx="725"/>
  <p:cmAuthor id="727" name="未知用户449" initials="未" lastIdx="0" clrIdx="726"/>
  <p:cmAuthor id="728" name="未知用户418" initials="未" lastIdx="0" clrIdx="727"/>
  <p:cmAuthor id="729" name="未知用户450" initials="未" lastIdx="0" clrIdx="728"/>
  <p:cmAuthor id="730" name="未知用户423" initials="未" lastIdx="0" clrIdx="729"/>
  <p:cmAuthor id="731" name="未知用户424" initials="未" lastIdx="0" clrIdx="730"/>
  <p:cmAuthor id="732" name="未知用户425" initials="未" lastIdx="0" clrIdx="731"/>
  <p:cmAuthor id="733" name="未知用户451" initials="未" lastIdx="0" clrIdx="732"/>
  <p:cmAuthor id="734" name="未知用户452" initials="未" lastIdx="0" clrIdx="733"/>
  <p:cmAuthor id="735" name="未知用户453" initials="未" lastIdx="0" clrIdx="734"/>
  <p:cmAuthor id="736" name="未知用户454" initials="未" lastIdx="0" clrIdx="735"/>
  <p:cmAuthor id="737" name="未知用户455" initials="未" lastIdx="0" clrIdx="736"/>
  <p:cmAuthor id="738" name="未知用户456" initials="未" lastIdx="0" clrIdx="737"/>
  <p:cmAuthor id="739" name="未知用户457" initials="未" lastIdx="0" clrIdx="738"/>
  <p:cmAuthor id="740" name="未知用户458" initials="未" lastIdx="0" clrIdx="739"/>
  <p:cmAuthor id="741" name="MING" initials="M" lastIdx="0" clrIdx="740"/>
  <p:cmAuthor id="742" name="未知用户291" initials="未" lastIdx="0" clrIdx="741"/>
  <p:cmAuthor id="743" name="刘晖" initials="刘" lastIdx="0" clrIdx="742"/>
  <p:cmAuthor id="744" name="张小咖" initials="张" lastIdx="0" clrIdx="743"/>
  <p:cmAuthor id="745" name="Lynn Liu" initials="LL" lastIdx="0" clrIdx="744"/>
  <p:cmAuthor id="746" name="刘 杨" initials="刘" lastIdx="0" clrIdx="745"/>
  <p:cmAuthor id="747" name="YoRHa.Alone" initials="Y" lastIdx="0" clrIdx="746"/>
  <p:cmAuthor id="748" name="未知用户287" initials="未" lastIdx="0" clrIdx="747"/>
  <p:cmAuthor id="749" name="蓝礼健" initials="蓝" lastIdx="0" clrIdx="748"/>
  <p:cmAuthor id="750" name="Tome" initials="T" lastIdx="0" clrIdx="749"/>
  <p:cmAuthor id="751" name="xiayike" initials="x" lastIdx="0" clrIdx="750"/>
  <p:cmAuthor id="752" name="未知用户217" initials="未" lastIdx="0" clrIdx="751"/>
  <p:cmAuthor id="753" name="俊晔 邱" initials="俊" lastIdx="0" clrIdx="752"/>
  <p:cmAuthor id="754" name="annie.gts@outlook.com" initials="a" lastIdx="0" clrIdx="753"/>
  <p:cmAuthor id="755" name="杨 升格" initials="杨" lastIdx="0" clrIdx="754"/>
  <p:cmAuthor id="756" name="璇 安" initials="璇" lastIdx="0" clrIdx="755"/>
  <p:cmAuthor id="757" name="yesg" initials="y" lastIdx="0" clrIdx="756"/>
  <p:cmAuthor id="758" name="未知用户319" initials="未" lastIdx="0" clrIdx="757"/>
  <p:cmAuthor id="759" name="歌一世繁华" initials="歌" lastIdx="0" clrIdx="758"/>
  <p:cmAuthor id="760" name="未知用户320" initials="未" lastIdx="0" clrIdx="759"/>
  <p:cmAuthor id="761" name="未知用户277" initials="未" lastIdx="0" clrIdx="760"/>
  <p:cmAuthor id="762" name="未知用户256" initials="未" lastIdx="0" clrIdx="761"/>
  <p:cmAuthor id="763" name="未知用户257" initials="未" lastIdx="0" clrIdx="762"/>
  <p:cmAuthor id="764" name="未知用户259" initials="未" lastIdx="0" clrIdx="763"/>
  <p:cmAuthor id="765" name="未知用户260" initials="未" lastIdx="0" clrIdx="764"/>
  <p:cmAuthor id="766" name="未知用户261" initials="未" lastIdx="0" clrIdx="765"/>
  <p:cmAuthor id="767" name="未知用户262" initials="未" lastIdx="0" clrIdx="766"/>
  <p:cmAuthor id="768" name="未知用户263" initials="未" lastIdx="0" clrIdx="767"/>
  <p:cmAuthor id="769" name="未知用户248" initials="未" lastIdx="0" clrIdx="768"/>
  <p:cmAuthor id="770" name="未知用户249" initials="未" lastIdx="0" clrIdx="769"/>
  <p:cmAuthor id="771" name="未知用户285" initials="未" lastIdx="0" clrIdx="770"/>
  <p:cmAuthor id="772" name="未知用户265" initials="未" lastIdx="0" clrIdx="771"/>
  <p:cmAuthor id="773" name="未知用户316" initials="未" lastIdx="0" clrIdx="772"/>
  <p:cmAuthor id="774" name="未知用户267" initials="未" lastIdx="0" clrIdx="773"/>
  <p:cmAuthor id="775" name="未知用户270" initials="未" lastIdx="0" clrIdx="774"/>
  <p:cmAuthor id="776" name="未知用户250" initials="未" lastIdx="0" clrIdx="775"/>
  <p:cmAuthor id="777" name="未知用户244" initials="未" lastIdx="0" clrIdx="776"/>
  <p:cmAuthor id="778" name="未知用户245" initials="未" lastIdx="0" clrIdx="777"/>
  <p:cmAuthor id="779" name="未知用户227" initials="未" lastIdx="0" clrIdx="778"/>
  <p:cmAuthor id="780" name="未知用户324" initials="未" lastIdx="0" clrIdx="779"/>
  <p:cmAuthor id="781" name="未知用户363" initials="未" lastIdx="0" clrIdx="780"/>
  <p:cmAuthor id="782" name="未知用户459" initials="未" lastIdx="0" clrIdx="781"/>
  <p:cmAuthor id="783" name="未知用户470" initials="未" lastIdx="0" clrIdx="782"/>
  <p:cmAuthor id="784" name="未知用户325" initials="未" lastIdx="0" clrIdx="783"/>
  <p:cmAuthor id="785" name="未知用户387" initials="未" lastIdx="0" clrIdx="784"/>
  <p:cmAuthor id="786" name="heweia@digiwin.com" initials="h" lastIdx="0" clrIdx="785"/>
  <p:cmAuthor id="787" name="MM" initials="M" lastIdx="0" clrIdx="786"/>
  <p:cmAuthor id="788" name="未知用户229" initials="未" lastIdx="0" clrIdx="787"/>
  <p:cmAuthor id="789" name="未知用户461" initials="未" lastIdx="0" clrIdx="788"/>
  <p:cmAuthor id="790" name="未知用户232" initials="未" lastIdx="0" clrIdx="789"/>
  <p:cmAuthor id="791" name="未知用户321" initials="未" lastIdx="0" clrIdx="790"/>
  <p:cmAuthor id="792" name="未知用户323" initials="未" lastIdx="0" clrIdx="791"/>
  <p:cmAuthor id="793" name="未知用户354" initials="未" lastIdx="0" clrIdx="792"/>
  <p:cmAuthor id="794" name="未知用户465" initials="未" lastIdx="0" clrIdx="793"/>
  <p:cmAuthor id="795" name="未知用户466" initials="未" lastIdx="0" clrIdx="794"/>
  <p:cmAuthor id="796" name="未知用户467" initials="未" lastIdx="0" clrIdx="795"/>
  <p:cmAuthor id="797" name="未知用户238" initials="未" lastIdx="0" clrIdx="796"/>
  <p:cmAuthor id="798" name="未知用户426" initials="未" lastIdx="0" clrIdx="797"/>
  <p:cmAuthor id="799" name="未知用户371" initials="未" lastIdx="0" clrIdx="798"/>
  <p:cmAuthor id="800" name="未知用户220" initials="未" lastIdx="0" clrIdx="799"/>
  <p:cmAuthor id="801" name="未知用户373" initials="未" lastIdx="0" clrIdx="800"/>
  <p:cmAuthor id="802" name="未知用户269" initials="未" lastIdx="0" clrIdx="801"/>
  <p:cmAuthor id="803" name="未知用户271" initials="未" lastIdx="0" clrIdx="802"/>
  <p:cmAuthor id="804" name="未知用户388" initials="未" lastIdx="0" clrIdx="803"/>
  <p:cmAuthor id="805" name="未知用户375" initials="未" lastIdx="0" clrIdx="804"/>
  <p:cmAuthor id="806" name="未知用户223" initials="未" lastIdx="0" clrIdx="805"/>
  <p:cmAuthor id="807" name="未知用户377" initials="未" lastIdx="0" clrIdx="806"/>
  <p:cmAuthor id="808" name="未知用户272" initials="未" lastIdx="0" clrIdx="807"/>
  <p:cmAuthor id="809" name="未知用户224" initials="未" lastIdx="0" clrIdx="808"/>
  <p:cmAuthor id="810" name="未知用户339" initials="未" lastIdx="0" clrIdx="809"/>
  <p:cmAuthor id="811" name="wangkuanxin" initials="w" lastIdx="0" clrIdx="810"/>
  <p:cmAuthor id="812" name="阿怪" initials="阿" lastIdx="0" clrIdx="811"/>
  <p:cmAuthor id="813" name="huangbaoling" initials="h" lastIdx="0" clrIdx="812"/>
  <p:cmAuthor id="814" name="wen lil" initials="w" lastIdx="0" clrIdx="813"/>
  <p:cmAuthor id="815" name="castro zhang" initials="cz" lastIdx="0" clrIdx="814"/>
  <p:cmAuthor id="816" name="楚逸" initials="楚" lastIdx="0" clrIdx="815"/>
  <p:cmAuthor id="817" name="杨梦圆" initials="杨梦圆" lastIdx="0" clrIdx="816"/>
  <p:cmAuthor id="818" name="jiangteng" initials="j" lastIdx="0" clrIdx="817"/>
  <p:cmAuthor id="819" name="未知用户16" initials="未知用户16" lastIdx="0" clrIdx="818"/>
  <p:cmAuthor id="820" name="ruanlingjia" initials="r" lastIdx="0" clrIdx="819"/>
  <p:cmAuthor id="821" name="未知用户15" initials="未知用户15" lastIdx="0" clrIdx="820"/>
  <p:cmAuthor id="822" name="俞海燕" initials="俞" lastIdx="0" clrIdx="821"/>
  <p:cmAuthor id="823" name="mhuang" initials="" lastIdx="0" clrIdx="822"/>
  <p:cmAuthor id="824" name="Liu Michael" initials="L" lastIdx="0" clrIdx="823"/>
  <p:cmAuthor id="825" name="徐旭" initials="徐旭" lastIdx="0" clrIdx="824"/>
  <p:cmAuthor id="826" name="xiaoxin shen" initials="x" lastIdx="0" clrIdx="825"/>
  <p:cmAuthor id="827" name="hudandan" initials="h" lastIdx="0" clrIdx="826"/>
  <p:cmAuthor id="828" name="宋 雪贤" initials="宋" lastIdx="0" clrIdx="827"/>
  <p:cmAuthor id="829" name="wangyi1" initials="w" lastIdx="0" clrIdx="828"/>
  <p:cmAuthor id="830" name="yaohanqi" initials="y" lastIdx="0" clrIdx="829"/>
  <p:cmAuthor id="831" name="wangminghong" initials="w" lastIdx="0" clrIdx="830"/>
  <p:cmAuthor id="832" name="lulu" initials="l" lastIdx="0" clrIdx="831"/>
  <p:cmAuthor id="833" name="A" initials="A" lastIdx="0" clrIdx="832"/>
  <p:cmAuthor id="834" name="彭春梅" initials="彭春梅" lastIdx="0" clrIdx="833"/>
  <p:cmAuthor id="835" name="yuehui" initials="y" lastIdx="0" clrIdx="834"/>
  <p:cmAuthor id="836" name="gaoqixing" initials="g" lastIdx="0" clrIdx="835"/>
  <p:cmAuthor id="837" name="sun jing" initials="sj" lastIdx="0" clrIdx="836"/>
  <p:cmAuthor id="838" name="倪" initials="倪" lastIdx="0" clrIdx="837"/>
  <p:cmAuthor id="839" name="Vogel, Katja" initials="V" lastIdx="0" clrIdx="838"/>
  <p:cmAuthor id="840" name="陈家琪" initials="陈" lastIdx="0" clrIdx="839"/>
  <p:cmAuthor id="841" name="jinliang xue" initials="jx" lastIdx="0" clrIdx="840"/>
  <p:cmAuthor id="842" name="杜天白" initials="杜" lastIdx="0" clrIdx="841"/>
  <p:cmAuthor id="843" name="刘庆春" initials="刘" lastIdx="0" clrIdx="842"/>
  <p:cmAuthor id="844" name="未知用户5" initials="未" lastIdx="0" clrIdx="843"/>
  <p:cmAuthor id="845" name="liufang" initials="l" lastIdx="0" clrIdx="844"/>
  <p:cmAuthor id="846" name="顾振军" initials="顾振军" lastIdx="0" clrIdx="845"/>
  <p:cmAuthor id="847" name="chaishanshan" initials="c" lastIdx="0" clrIdx="846"/>
  <p:cmAuthor id="848" name="8237477260" initials="8" lastIdx="0" clrIdx="847"/>
  <p:cmAuthor id="849" name="chase" initials="c" lastIdx="0" clrIdx="848"/>
  <p:cmAuthor id="850" name="lisimin" initials="l" lastIdx="0" clrIdx="849"/>
  <p:cmAuthor id="851" name="office2007" initials="o" lastIdx="0" clrIdx="850"/>
  <p:cmAuthor id="852" name="linli" initials="l" lastIdx="0" clrIdx="851"/>
  <p:cmAuthor id="853" name="丁丽" initials="丁" lastIdx="0" clrIdx="852"/>
  <p:cmAuthor id="854" name="严兰兰" initials="严" lastIdx="0" clrIdx="853"/>
  <p:cmAuthor id="855" name="梁凌艳" initials="梁" lastIdx="0" clrIdx="854"/>
  <p:cmAuthor id="856" name="未知用户3" initials="未知用户3" lastIdx="0" clrIdx="855"/>
  <p:cmAuthor id="857" name="zimowang" initials="z" lastIdx="0" clrIdx="856"/>
  <p:cmAuthor id="858" name="胡梦娜" initials="胡梦娜" lastIdx="0" clrIdx="857"/>
  <p:cmAuthor id="859" name="Microsoft Office 用户" initials="Microsof" lastIdx="0" clrIdx="858"/>
  <p:cmAuthor id="860" name="AbuSina" initials="A" lastIdx="0" clrIdx="859"/>
  <p:cmAuthor id="861" name="王岚" initials="王" lastIdx="0" clrIdx="860"/>
  <p:cmAuthor id="862" name="xuchenjie" initials="x" lastIdx="0" clrIdx="861"/>
  <p:cmAuthor id="863" name="刘圣林" initials="刘" lastIdx="0" clrIdx="862"/>
  <p:cmAuthor id="864" name="lenovo" initials="l" lastIdx="0" clrIdx="863"/>
  <p:cmAuthor id="865" name="z003e6dt" initials="z" lastIdx="0" clrIdx="864"/>
  <p:cmAuthor id="866" name="萧舒文" initials="xsw" lastIdx="0" clrIdx="865"/>
  <p:cmAuthor id="867" name="王晨昊" initials="王" lastIdx="0" clrIdx="866"/>
  <p:cmAuthor id="868" name="86134" initials="8" lastIdx="0" clrIdx="867"/>
  <p:cmAuthor id="869" name="August" initials="A" lastIdx="0" clrIdx="868"/>
  <p:cmAuthor id="870" name="zhoukangyun" initials="z" lastIdx="0" clrIdx="869"/>
  <p:cmAuthor id="871" name="未知的使用者28" initials="未" lastIdx="0" clrIdx="870"/>
  <p:cmAuthor id="872" name="未知的使用者29" initials="未" lastIdx="0" clrIdx="871"/>
  <p:cmAuthor id="873" name="administrator1" initials="a" lastIdx="0" clrIdx="872"/>
  <p:cmAuthor id="874" name="未知用户8" initials="未" lastIdx="0" clrIdx="873"/>
  <p:cmAuthor id="875" name="未知的使用者11" initials="未" lastIdx="0" clrIdx="874"/>
  <p:cmAuthor id="876" name="Unknown User8" initials="U" lastIdx="0" clrIdx="875"/>
  <p:cmAuthor id="877" name="王 钟兴" initials="王" lastIdx="0" clrIdx="876"/>
  <p:cmAuthor id="878" name="张田田" initials="张" lastIdx="0" clrIdx="877"/>
  <p:cmAuthor id="879" name="马静" initials="马" lastIdx="0" clrIdx="878"/>
  <p:cmAuthor id="880" name="毕军(0212009)" initials="毕" lastIdx="0" clrIdx="879"/>
  <p:cmAuthor id="881" name="谭涛" initials="谭" lastIdx="0" clrIdx="880"/>
  <p:cmAuthor id="882" name="未知用户57" initials="未" lastIdx="0" clrIdx="881"/>
  <p:cmAuthor id="883" name="YuQing" initials="Y" lastIdx="0" clrIdx="882"/>
  <p:cmAuthor id="884" name="李刚" initials="李" lastIdx="0" clrIdx="883"/>
  <p:cmAuthor id="885" name="office365" initials="o" lastIdx="0" clrIdx="884"/>
  <p:cmAuthor id="886" name="张利英" initials="张" lastIdx="0" clrIdx="885"/>
  <p:cmAuthor id="887" name="张双文" initials="张" lastIdx="0" clrIdx="886"/>
  <p:cmAuthor id="888" name="任勇" initials="任" lastIdx="0" clrIdx="887"/>
  <p:cmAuthor id="889" name="李天骄" initials="李" lastIdx="0" clrIdx="888"/>
  <p:cmAuthor id="890" name="王川雪" initials="王" lastIdx="0" clrIdx="889"/>
  <p:cmAuthor id="891" name="樊革霞" initials="樊" lastIdx="0" clrIdx="890"/>
  <p:cmAuthor id="892" name="郭金玲" initials="郭" lastIdx="0" clrIdx="891"/>
  <p:cmAuthor id="893" name="fgx" initials="f" lastIdx="0" clrIdx="892"/>
  <p:cmAuthor id="894" name="郑汝鸿" initials="郑" lastIdx="0" clrIdx="893"/>
  <p:cmAuthor id="895" name="未知用户7" initials="未" lastIdx="0" clrIdx="894"/>
  <p:cmAuthor id="896" name="gy_yumengting" initials="ymt" lastIdx="0" clrIdx="895"/>
  <p:cmAuthor id="897" name="郑彦娜" initials="ZYN" lastIdx="0" clrIdx="896"/>
  <p:cmAuthor id="898" name="yu 1" initials="y1" lastIdx="0" clrIdx="897"/>
  <p:cmAuthor id="899" name="云成龙_JVVjiM7N" initials="authorId_318141806" lastIdx="0" clrIdx="898"/>
  <p:cmAuthor id="900" name="梁鹏" initials="u" lastIdx="0" clrIdx="899"/>
  <p:cmAuthor id="901" name="8310" initials="8" lastIdx="0" clrIdx="900"/>
  <p:cmAuthor id="902" name="Aqf" initials="A" lastIdx="0" clrIdx="901"/>
  <p:cmAuthor id="903" name="一个67" initials="一" lastIdx="0" clrIdx="902"/>
  <p:cmAuthor id="904" name="张纪红" initials="张" lastIdx="0" clrIdx="903"/>
  <p:cmAuthor id="905" name="luanchen" initials="l" lastIdx="0" clrIdx="904"/>
  <p:cmAuthor id="906" name="LiuHui" initials="L" lastIdx="0" clrIdx="905"/>
  <p:cmAuthor id="907" name="13701792343@139.com" initials="1" lastIdx="0" clrIdx="906"/>
  <p:cmAuthor id="908" name="Yan Jin (IB)" initials="YJ(" lastIdx="0" clrIdx="907"/>
  <p:cmAuthor id="909" name="邢绍文" initials="邢" lastIdx="0" clrIdx="908"/>
  <p:cmAuthor id="910" name="陶 洋" initials="陶" lastIdx="0" clrIdx="909"/>
  <p:cmAuthor id="911" name="未知用户401" initials="未" lastIdx="0" clrIdx="910"/>
  <p:cmAuthor id="912" name="未知用户383" initials="未" lastIdx="0" clrIdx="911"/>
  <p:cmAuthor id="913" name="未知用户294" initials="未" lastIdx="0" clrIdx="912"/>
  <p:cmAuthor id="914" name="未知用户298" initials="未" lastIdx="0" clrIdx="913"/>
  <p:cmAuthor id="915" name="未知用户299" initials="未" lastIdx="0" clrIdx="914"/>
  <p:cmAuthor id="916" name="soling" initials="s" lastIdx="0" clrIdx="915"/>
  <p:cmAuthor id="917" name="IMATION" initials="I" lastIdx="0" clrIdx="916"/>
  <p:cmAuthor id="918" name="yinpengheng" initials="y" lastIdx="0" clrIdx="917"/>
  <p:cmAuthor id="919" name="miaomiao" initials="m" lastIdx="0" clrIdx="918"/>
  <p:cmAuthor id="920" name="谢彰" initials="谢彰" lastIdx="0" clrIdx="919"/>
  <p:cmAuthor id="921" name="cui emma" initials="ce" lastIdx="0" clrIdx="920"/>
  <p:cmAuthor id="922" name="陈 子楠" initials="陈" lastIdx="0" clrIdx="921"/>
  <p:cmAuthor id="923" name="xielk" initials="x" lastIdx="0" clrIdx="922"/>
  <p:cmAuthor id="924" name="谢磊柯" initials="xieleike" lastIdx="0" clrIdx="923"/>
  <p:cmAuthor id="925" name="杨梦楠" initials="YMN" lastIdx="0" clrIdx="924"/>
  <p:cmAuthor id="926" name="Shao" initials="L" lastIdx="0" clrIdx="925"/>
  <p:cmAuthor id="927" name="符天豪" initials="符天豪" lastIdx="0" clrIdx="926"/>
  <p:cmAuthor id="928" name="Yan" initials="Y" lastIdx="0" clrIdx="927"/>
  <p:cmAuthor id="929" name="Archer" initials="郑超" lastIdx="0" clrIdx="928"/>
  <p:cmAuthor id="930" name="Yang DING" initials="DY" lastIdx="0" clrIdx="929"/>
  <p:cmAuthor id="931" name="吴晨熙" initials="吴晨熙" lastIdx="0" clrIdx="930"/>
  <p:cmAuthor id="932" name="qiumin422" initials="qiumin" lastIdx="0" clrIdx="931"/>
  <p:cmAuthor id="933" name="Youwen Sun" initials="Y" lastIdx="0" clrIdx="932"/>
  <p:cmAuthor id="934" name="周建文" initials="周" lastIdx="0" clrIdx="933"/>
  <p:cmAuthor id="935" name="郝志永" initials="郝" lastIdx="0" clrIdx="934"/>
  <p:cmAuthor id="936" name="hyrx05" initials="h" lastIdx="0" clrIdx="935"/>
  <p:cmAuthor id="937" name="jgj" initials="j" lastIdx="0" clrIdx="936"/>
  <p:cmAuthor id="938" name="张春贤" initials="张" lastIdx="0" clrIdx="937"/>
  <p:cmAuthor id="939" name="张金玉" initials="张" lastIdx="0" clrIdx="938"/>
  <p:cmAuthor id="940" name="赵静" initials="赵" lastIdx="0" clrIdx="939"/>
  <p:cmAuthor id="941" name="lemonking" initials="l" lastIdx="0" clrIdx="940"/>
  <p:cmAuthor id="942" name="刘文" initials="刘" lastIdx="0" clrIdx="941"/>
  <p:cmAuthor id="943" name="王霞" initials="王" lastIdx="0" clrIdx="942"/>
  <p:cmAuthor id="944" name="蔡江林" initials="蔡" lastIdx="0" clrIdx="943"/>
  <p:cmAuthor id="945" name="史战飞" initials="史" lastIdx="0" clrIdx="944"/>
  <p:cmAuthor id="946" name="李占明" initials="李" lastIdx="0" clrIdx="945"/>
  <p:cmAuthor id="947" name="席美娟" initials="席" lastIdx="0" clrIdx="946"/>
  <p:cmAuthor id="948" name="王景红" initials="王" lastIdx="0" clrIdx="947"/>
  <p:cmAuthor id="949" name="席金煜" initials="席" lastIdx="0" clrIdx="948"/>
  <p:cmAuthor id="950" name="樊佳佳" initials="樊" lastIdx="0" clrIdx="949"/>
  <p:cmAuthor id="951" name="仵新荣" initials="仵" lastIdx="0" clrIdx="950"/>
  <p:cmAuthor id="952" name="杨秀丰" initials="杨" lastIdx="0" clrIdx="951"/>
  <p:cmAuthor id="953" name="惠莲" initials="惠" lastIdx="0" clrIdx="952"/>
  <p:cmAuthor id="954" name="邢辰凤" initials="邢" lastIdx="0" clrIdx="953"/>
  <p:cmAuthor id="955" name="liang ma" initials="l" lastIdx="0" clrIdx="954"/>
  <p:cmAuthor id="956" name="宋俭" initials="宋" lastIdx="0" clrIdx="955"/>
  <p:cmAuthor id="957" name="曹 朝辉" initials="曹" lastIdx="0" clrIdx="956"/>
  <p:cmAuthor id="958" name="田刚" initials="田刚" lastIdx="0" clrIdx="957"/>
  <p:cmAuthor id="959" name="linyang" initials="l" lastIdx="0" clrIdx="958"/>
  <p:cmAuthor id="960" name="weijunlu" initials="w" lastIdx="0" clrIdx="959"/>
  <p:cmAuthor id="961" name="h lm" initials="hl" lastIdx="0" clrIdx="960"/>
  <p:cmAuthor id="962" name="李浩扬" initials="lhy" lastIdx="0" clrIdx="961"/>
  <p:cmAuthor id="963" name="zhang castro" initials="zc" lastIdx="0" clrIdx="962"/>
  <p:cmAuthor id="964" name="liaochuanqing" initials="l" lastIdx="0" clrIdx="963"/>
  <p:cmAuthor id="965" name="未知用户11" initials="未知用户11" lastIdx="0" clrIdx="964"/>
  <p:cmAuthor id="966" name="未知用户12" initials="未知用户12" lastIdx="0" clrIdx="965"/>
  <p:cmAuthor id="967" name="丁芙蓉" initials="丁" lastIdx="0" clrIdx="966"/>
  <p:cmAuthor id="968" name="贡鑫" initials="贡" lastIdx="0" clrIdx="967"/>
  <p:cmAuthor id="969" name="chunsong_hu" initials="c" lastIdx="0" clrIdx="968"/>
  <p:cmAuthor id="970" name="User" initials="U" lastIdx="0" clrIdx="969"/>
  <p:cmAuthor id="971" name="郝崇" initials="郝" lastIdx="0" clrIdx="970"/>
  <p:cmAuthor id="972" name="rq fan" initials="r" lastIdx="0" clrIdx="971"/>
  <p:cmAuthor id="973" name="yangkun" initials="y" lastIdx="0" clrIdx="972"/>
  <p:cmAuthor id="974" name="Lenovo User" initials="L" lastIdx="0" clrIdx="973"/>
  <p:cmAuthor id="975" name="hys2" initials="h" lastIdx="0" clrIdx="974"/>
  <p:cmAuthor id="976" name="邹洋" initials="邹" lastIdx="0" clrIdx="975"/>
  <p:cmAuthor id="977" name="杜雪梅" initials="杜" lastIdx="0" clrIdx="976"/>
  <p:cmAuthor id="978" name="Microsoft 帐户" initials="M" lastIdx="0" clrIdx="977"/>
  <p:cmAuthor id="979" name="nine" initials="n" lastIdx="0" clrIdx="978"/>
  <p:cmAuthor id="980" name="Lenovo PC" initials="L" lastIdx="0" clrIdx="979"/>
  <p:cmAuthor id="981" name="仝德志" initials="仝" lastIdx="0" clrIdx="980"/>
  <p:cmAuthor id="982" name="徐杰" initials="徐" lastIdx="0" clrIdx="981"/>
  <p:cmAuthor id="983" name="李威" initials="李" lastIdx="0" clrIdx="982"/>
  <p:cmAuthor id="984" name="刘传坤" initials="刘" lastIdx="0" clrIdx="983"/>
  <p:cmAuthor id="985" name="侯雪飞" initials="侯" lastIdx="0" clrIdx="984"/>
  <p:cmAuthor id="986" name="吴铁映" initials="吴" lastIdx="0" clrIdx="985"/>
  <p:cmAuthor id="987" name="郑廷东" initials="郑" lastIdx="0" clrIdx="986"/>
  <p:cmAuthor id="988" name="吴军" initials="吴" lastIdx="0" clrIdx="987"/>
  <p:cmAuthor id="989" name="张雁" initials="张" lastIdx="0" clrIdx="988"/>
  <p:cmAuthor id="990" name="张静" initials="张" lastIdx="0" clrIdx="989"/>
  <p:cmAuthor id="991" name="office" initials="o" lastIdx="0" clrIdx="990"/>
  <p:cmAuthor id="992" name="朱海平" initials="朱" lastIdx="0" clrIdx="991"/>
  <p:cmAuthor id="993" name="付文双" initials="付" lastIdx="0" clrIdx="992"/>
  <p:cmAuthor id="994" name="liu yj" initials="ly" lastIdx="0" clrIdx="993"/>
  <p:cmAuthor id="995" name="Liu, Leo (MBSHR cs)" initials="L" lastIdx="0" clrIdx="994"/>
  <p:cmAuthor id="996" name="沈永强" initials="沈" lastIdx="0" clrIdx="995"/>
  <p:cmAuthor id="997" name="dadi" initials="d" lastIdx="0" clrIdx="996"/>
  <p:cmAuthor id="998" name="陈桂枝" initials="陈" lastIdx="0" clrIdx="997"/>
  <p:cmAuthor id="999" name="qinghui han" initials="q" lastIdx="0" clrIdx="998"/>
  <p:cmAuthor id="1000" name="董威" initials="董" lastIdx="0" clrIdx="999"/>
  <p:cmAuthor id="1001" name="lx" initials="l" lastIdx="0" clrIdx="1000"/>
  <p:cmAuthor id="1002" name="张宏伟" initials="张" lastIdx="0" clrIdx="1001"/>
  <p:cmAuthor id="1003" name="未知用户47" initials="未" lastIdx="0" clrIdx="1002"/>
  <p:cmAuthor id="1004" name="未知用户42" initials="未" lastIdx="0" clrIdx="1003"/>
  <p:cmAuthor id="1005" name="未知用户54" initials="未" lastIdx="0" clrIdx="1004"/>
  <p:cmAuthor id="1006" name="未知用户58" initials="未" lastIdx="0" clrIdx="1005"/>
  <p:cmAuthor id="1007" name="未知用户59" initials="未" lastIdx="0" clrIdx="1006"/>
  <p:cmAuthor id="1008" name="光启" initials="光" lastIdx="0" clrIdx="1007"/>
  <p:cmAuthor id="1009" name="李正" initials="李" lastIdx="0" clrIdx="1008"/>
  <p:cmAuthor id="1010" name="太海峰" initials="太" lastIdx="0" clrIdx="1009"/>
  <p:cmAuthor id="1011" name="吕冰鑫" initials="吕" lastIdx="0" clrIdx="1010"/>
  <p:cmAuthor id="1012" name="李永欣" initials="李" lastIdx="0" clrIdx="1011"/>
  <p:cmAuthor id="1013" name="新萝卜家园" initials="新" lastIdx="0" clrIdx="1012"/>
  <p:cmAuthor id="1014" name="吴铭锐" initials="吴" lastIdx="0" clrIdx="1013"/>
  <p:cmAuthor id="1015" name="贾清山" initials="贾" lastIdx="0" clrIdx="1014"/>
  <p:cmAuthor id="1016" name="wanwen" initials="w" lastIdx="0" clrIdx="1015"/>
  <p:cmAuthor id="1017" name="柴志强" initials="柴" lastIdx="0" clrIdx="1016"/>
  <p:cmAuthor id="1018" name="李丽华" initials="李" lastIdx="0" clrIdx="1017"/>
  <p:cmAuthor id="1019" name="张惠" initials="张" lastIdx="0" clrIdx="1018"/>
  <p:cmAuthor id="1020" name="魏永生" initials="魏" lastIdx="0" clrIdx="1019"/>
  <p:cmAuthor id="1021" name="Zhou, Judy" initials="Z" lastIdx="0" clrIdx="1020"/>
  <p:cmAuthor id="1022" name="张钦" initials="张" lastIdx="0" clrIdx="1021"/>
  <p:cmAuthor id="1023" name="涛娜" initials="涛" lastIdx="0" clrIdx="1022"/>
  <p:cmAuthor id="1024" name="赵洪丹" initials="赵" lastIdx="0" clrIdx="1023"/>
  <p:cmAuthor id="1025" name="????" initials="?" lastIdx="0" clrIdx="1024"/>
  <p:cmAuthor id="1026" name="未知" initials="未" lastIdx="0" clrIdx="1025"/>
  <p:cmAuthor id="1027" name="周满红" initials="周" lastIdx="0" clrIdx="1026"/>
  <p:cmAuthor id="1028" name="侯 林" initials="侯" lastIdx="0" clrIdx="1027"/>
  <p:cmAuthor id="1029" name="徐仕超" initials="徐" lastIdx="0" clrIdx="1028"/>
  <p:cmAuthor id="1030" name="panhong" initials="p" lastIdx="0" clrIdx="1029"/>
  <p:cmAuthor id="1031" name="thinkpad" initials="t" lastIdx="0" clrIdx="1030"/>
  <p:cmAuthor id="1032" name="杜娇龙" initials="杜" lastIdx="0" clrIdx="1031"/>
  <p:cmAuthor id="1033" name="宋少霞" initials="宋" lastIdx="0" clrIdx="1032"/>
  <p:cmAuthor id="1034" name="ZQ" initials="Z" lastIdx="0" clrIdx="1033"/>
  <p:cmAuthor id="1035" name="HYZL05" initials="H" lastIdx="0" clrIdx="1034"/>
  <p:cmAuthor id="1036" name="Yuan Hu" initials="Y" lastIdx="0" clrIdx="1035"/>
  <p:cmAuthor id="1037" name="Pei" initials="P" lastIdx="0" clrIdx="1036"/>
  <p:cmAuthor id="1038" name="Ying Li" initials="Y" lastIdx="0" clrIdx="1037"/>
  <p:cmAuthor id="1039" name="范作霖" initials="范" lastIdx="0" clrIdx="1038"/>
  <p:cmAuthor id="1040" name="李百秋" initials="李" lastIdx="0" clrIdx="1039"/>
  <p:cmAuthor id="1041" name="张立鑫" initials="张" lastIdx="0" clrIdx="1040"/>
  <p:cmAuthor id="1042" name="杨静" initials="杨" lastIdx="0" clrIdx="1041"/>
  <p:cmAuthor id="1043" name="包珊珊" initials="包" lastIdx="0" clrIdx="1042"/>
  <p:cmAuthor id="1044" name="qhy" initials="q" lastIdx="0" clrIdx="1043"/>
  <p:cmAuthor id="1045" name="gyrjgy8" initials="g" lastIdx="0" clrIdx="1044"/>
  <p:cmAuthor id="1046" name="张晓强" initials="张" lastIdx="0" clrIdx="1045"/>
  <p:cmAuthor id="1047" name="修订意见" initials="修订意见" lastIdx="0" clrIdx="1046"/>
  <p:cmAuthor id="1048" name="laiyun" initials="l" lastIdx="0" clrIdx="1047"/>
  <p:cmAuthor id="1049" name="柯宏祥" initials="柯宏祥" lastIdx="0" clrIdx="1048"/>
  <p:cmAuthor id="1050" name="李昕宇" initials="李" lastIdx="0" clrIdx="1049"/>
  <p:cmAuthor id="1051" name="939__" initials="9" lastIdx="0" clrIdx="1050"/>
  <p:cmAuthor id="1052" name="guoqiuping" initials="g" lastIdx="0" clrIdx="1051"/>
  <p:cmAuthor id="1053" name="刘玺" initials="刘" lastIdx="0" clrIdx="1052"/>
  <p:cmAuthor id="1054" name="laoke1984@outlook.com" initials="l" lastIdx="0" clrIdx="1053"/>
  <p:cmAuthor id="1055" name="Iris" initials="I" lastIdx="0" clrIdx="1054"/>
  <p:cmAuthor id="1056" name="zhangjihong" initials="z" lastIdx="0" clrIdx="1055"/>
  <p:cmAuthor id="1057" name="z14515" initials="" lastIdx="0" clrIdx="1056"/>
  <p:cmAuthor id="1058" name="姜成厚" initials="姜成厚" lastIdx="0" clrIdx="1057"/>
  <p:cmAuthor id="1059" name="wuhao3" initials="w" lastIdx="0" clrIdx="1058"/>
  <p:cmAuthor id="1060" name="未知的使用者67" initials="未" lastIdx="0" clrIdx="1059"/>
  <p:cmAuthor id="1061" name="Guanxg" initials="GXG" lastIdx="0" clrIdx="1060"/>
  <p:cmAuthor id="1062" name="wangzhuoyan" initials="WZY" lastIdx="0" clrIdx="1061"/>
  <p:cmAuthor id="1063" name="xieliulei" initials="x" lastIdx="0" clrIdx="1062"/>
  <p:cmAuthor id="1064" name="zengxinxin" initials="z" lastIdx="0" clrIdx="1063"/>
  <p:cmAuthor id="1065" name="richybai" initials="r" lastIdx="0" clrIdx="1064"/>
  <p:cmAuthor id="1066" name="tianlijun" initials="t" lastIdx="0" clrIdx="1065"/>
  <p:cmAuthor id="1067" name="lianjiahao" initials="l" lastIdx="0" clrIdx="1066"/>
  <p:cmAuthor id="1068" name="未知的使用者36" initials="" lastIdx="0" clrIdx="1067"/>
  <p:cmAuthor id="1069" name="未知用户149" initials="" lastIdx="0" clrIdx="1068"/>
  <p:cmAuthor id="1070" name="shenlibin" initials="s" lastIdx="0" clrIdx="1069"/>
  <p:cmAuthor id="1071" name="panyang2" initials="p" lastIdx="0" clrIdx="1070"/>
  <p:cmAuthor id="1072" name="周逸昀" initials="周" lastIdx="0" clrIdx="1071"/>
  <p:cmAuthor id="1073" name="未知用户24" initials="" lastIdx="0" clrIdx="1072"/>
  <p:cmAuthor id="1074" name="未知的使用者54" initials="未" lastIdx="0" clrIdx="1073"/>
  <p:cmAuthor id="1075" name="未知的使用者105" initials="未" lastIdx="0" clrIdx="1074"/>
  <p:cmAuthor id="1076" name="Mia Vida Villanueva" initials="MVV" lastIdx="0" clrIdx="1075"/>
  <p:cmAuthor id="1077" name="李佶智" initials="李" lastIdx="0" clrIdx="1076"/>
  <p:cmAuthor id="1078" name="lee fan" initials="lf" lastIdx="0" clrIdx="1077"/>
  <p:cmAuthor id="1079" name="恒良 李" initials="恒良" lastIdx="0" clrIdx="1078"/>
  <p:cmAuthor id="1080" name="宋洁然" initials="宋" lastIdx="0" clrIdx="1079"/>
  <p:cmAuthor id="1081" name="lihaoyang" initials="l" lastIdx="0" clrIdx="1080"/>
  <p:cmAuthor id="1082" name="fenghuanghe" initials="f" lastIdx="0" clrIdx="1081"/>
  <p:cmAuthor id="1083" name="guobaihan" initials="g" lastIdx="0" clrIdx="1082"/>
  <p:cmAuthor id="1084" name="未知的使用者60" initials="" lastIdx="0" clrIdx="1083"/>
  <p:cmAuthor id="1085" name="sunxiaochen" initials="s" lastIdx="0" clrIdx="1084"/>
  <p:cmAuthor id="1086" name="ice" initials="i" lastIdx="0" clrIdx="1085"/>
  <p:cmAuthor id="1087" name="shenbina" initials="s" lastIdx="0" clrIdx="1086"/>
  <p:cmAuthor id="1088" name="李 骁" initials="李" lastIdx="0" clrIdx="1087"/>
  <p:cmAuthor id="1089" name="未知用户315" initials="未" lastIdx="0" clrIdx="1088"/>
  <p:cmAuthor id="1090" name="未知用户318" initials="未" lastIdx="0" clrIdx="1089"/>
  <p:cmAuthor id="1091" name="未知用户463" initials="未" lastIdx="0" clrIdx="1090"/>
  <p:cmAuthor id="1092" name="未知用户368" initials="未" lastIdx="0" clrIdx="1091"/>
  <p:cmAuthor id="1093" name="未知用户464" initials="未" lastIdx="0" clrIdx="1092"/>
  <p:cmAuthor id="1094" name="周文_R7fau6bq" initials="authorId_265585642" lastIdx="0" clrIdx="1093"/>
  <p:cmAuthor id="1095" name="未知用户372" initials="未" lastIdx="0" clrIdx="1094"/>
  <p:cmAuthor id="1096" name="未知用户469" initials="未" lastIdx="0" clrIdx="1095"/>
  <p:cmAuthor id="1097" name="未知用户427" initials="未" lastIdx="0" clrIdx="1096"/>
  <p:cmAuthor id="1098" name="未知用户428" initials="未" lastIdx="0" clrIdx="1097"/>
  <p:cmAuthor id="1099" name="未知用户380" initials="未" lastIdx="0" clrIdx="1098"/>
  <p:cmAuthor id="1100" name="未知用户385" initials="未" lastIdx="0" clrIdx="1099"/>
  <p:cmAuthor id="1101" name="未知用户386" initials="未" lastIdx="0" clrIdx="1100"/>
  <p:cmAuthor id="1102" name="未知用户429" initials="未" lastIdx="0" clrIdx="1101"/>
  <p:cmAuthor id="1103" name="未知用户389" initials="未" lastIdx="0" clrIdx="1102"/>
  <p:cmAuthor id="1104" name="未知用户350" initials="未" lastIdx="0" clrIdx="1103"/>
  <p:cmAuthor id="1105" name="未知用户431" initials="未" lastIdx="0" clrIdx="1104"/>
  <p:cmAuthor id="1106" name="未知用户351" initials="未" lastIdx="0" clrIdx="1105"/>
  <p:cmAuthor id="1107" name="未知用户432" initials="未" lastIdx="0" clrIdx="1106"/>
  <p:cmAuthor id="1108" name="未知用户433" initials="未" lastIdx="0" clrIdx="1107"/>
  <p:cmAuthor id="1109" name="未知用户356" initials="未" lastIdx="0" clrIdx="1108"/>
  <p:cmAuthor id="1110" name="未知用户436" initials="未" lastIdx="0" clrIdx="1109"/>
  <p:cmAuthor id="1111" name="未知用户437" initials="未" lastIdx="0" clrIdx="1110"/>
  <p:cmAuthor id="1112" name="未知用户397" initials="未" lastIdx="0" clrIdx="1111"/>
  <p:cmAuthor id="1113" name="未知用户419" initials="未" lastIdx="0" clrIdx="1112"/>
  <p:cmAuthor id="1114" name="未知用户438" initials="未" lastIdx="0" clrIdx="1113"/>
  <p:cmAuthor id="1115" name="未知用户405" initials="未" lastIdx="0" clrIdx="1114"/>
  <p:cmAuthor id="1116" name="未知用户439" initials="未" lastIdx="0" clrIdx="1115"/>
  <p:cmAuthor id="1117" name="風輕 雲淡" initials="風輕" lastIdx="0" clrIdx="1116"/>
  <p:cmAuthor id="1118" name="单 善" initials="单" lastIdx="0" clrIdx="1117"/>
  <p:cmAuthor id="1119" name="王 伟" initials="王" lastIdx="0" clrIdx="1118"/>
  <p:cmAuthor id="1120" name="未知用户288" initials="未" lastIdx="0" clrIdx="1119"/>
  <p:cmAuthor id="1121" name="未知用户289" initials="未" lastIdx="0" clrIdx="1120"/>
  <p:cmAuthor id="1122" name="未知用户243" initials="未" lastIdx="0" clrIdx="1121"/>
  <p:cmAuthor id="1123" name="未知用户282" initials="未" lastIdx="0" clrIdx="1122"/>
  <p:cmAuthor id="1124" name="未知用户279" initials="未" lastIdx="0" clrIdx="1123"/>
  <p:cmAuthor id="1125" name="未知用户281" initials="未" lastIdx="0" clrIdx="1124"/>
  <p:cmAuthor id="1126" name="Ying Lou" initials="Y" lastIdx="0" clrIdx="1125"/>
  <p:cmAuthor id="1127" name="刘佳佳" initials="刘" lastIdx="0" clrIdx="1126"/>
  <p:cmAuthor id="1128" name="王 辰斌" initials="王" lastIdx="0" clrIdx="1127"/>
  <p:cmAuthor id="1129" name="冯海丽" initials="冯海丽" lastIdx="0" clrIdx="1128"/>
  <p:cmAuthor id="1130" name="zhouwu" initials="z" lastIdx="0" clrIdx="1129"/>
  <p:cmAuthor id="1131" name="houxinlei" initials="h" lastIdx="0" clrIdx="1130"/>
  <p:cmAuthor id="1132" name="王炜" initials="authorId_450463200" lastIdx="0" clrIdx="1131"/>
  <p:cmAuthor id="1133" name="旭坤 颜" initials="旭颜" lastIdx="0" clrIdx="1132"/>
  <p:cmAuthor id="1134" name="ccdk" initials="c" lastIdx="0" clrIdx="1133"/>
  <p:cmAuthor id="1135" name="范争争" initials="范争争" lastIdx="0" clrIdx="1134"/>
  <p:cmAuthor id="1136" name="tangyini" initials="t" lastIdx="0" clrIdx="1135"/>
  <p:cmAuthor id="1137" name="ZhangXiting" initials="Z" lastIdx="0" clrIdx="1136"/>
  <p:cmAuthor id="1138" name="zhanghong" initials="z" lastIdx="0" clrIdx="1137"/>
  <p:cmAuthor id="1139" name="xuliya" initials="x" lastIdx="0" clrIdx="1138"/>
  <p:cmAuthor id="1140" name="杨尚阳" initials="杨" lastIdx="0" clrIdx="1139"/>
  <p:cmAuthor id="1141" name="Zhang Mr" initials="ZM" lastIdx="0" clrIdx="1140"/>
  <p:cmAuthor id="1142" name="meng_" initials="m" lastIdx="0" clrIdx="1141"/>
  <p:cmAuthor id="1143" name="Teresa" initials="authorId_31822446" lastIdx="0" clrIdx="1142"/>
  <p:cmAuthor id="1144" name="王 成岩" initials="王" lastIdx="0" clrIdx="1143"/>
  <p:cmAuthor id="1145" name="Hu. Jimmy" initials="HJ" lastIdx="0" clrIdx="1144"/>
  <p:cmAuthor id="1146" name="Icey Z" initials="IZ" lastIdx="0" clrIdx="1145"/>
  <p:cmAuthor id="1147" name="云峰 贾" initials="云" lastIdx="0" clrIdx="1146"/>
  <p:cmAuthor id="1148" name="周平" initials="周" lastIdx="0" clrIdx="1147"/>
  <p:cmAuthor id="1149" name="番茄花园" initials="番" lastIdx="0" clrIdx="1148"/>
  <p:cmAuthor id="1150" name="未知用户20" initials="未" lastIdx="0" clrIdx="1149"/>
  <p:cmAuthor id="1151" name="武剑" initials="武剑" lastIdx="0" clrIdx="1150"/>
  <p:cmAuthor id="1152" name="赖一宁" initials="赖" lastIdx="0" clrIdx="1151"/>
  <p:cmAuthor id="1153" name="songxinzhi" initials="s" lastIdx="0" clrIdx="1152"/>
  <p:cmAuthor id="1154" name="孙宏" initials="孙" lastIdx="0" clrIdx="1153"/>
  <p:cmAuthor id="1155" name="孙 科江" initials="" lastIdx="0" clrIdx="1154"/>
  <p:cmAuthor id="1156" name="宋伟" initials="宋" lastIdx="0" clrIdx="1155"/>
  <p:cmAuthor id="1157" name="li siyao" initials="ls" lastIdx="0" clrIdx="1156"/>
  <p:cmAuthor id="1158" name="116304" initials="1" lastIdx="0" clrIdx="1157"/>
  <p:cmAuthor id="1159" name="未知的使用者13" initials="未" lastIdx="0" clrIdx="1158"/>
  <p:cmAuthor id="1160" name="未知的使用者14" initials="未" lastIdx="0" clrIdx="1159"/>
  <p:cmAuthor id="1161" name="yuexuejun" initials="y" lastIdx="0" clrIdx="1160"/>
  <p:cmAuthor id="1162" name="未知的使用者27" initials="未" lastIdx="0" clrIdx="1161"/>
  <p:cmAuthor id="1163" name="boyanfang" initials="b" lastIdx="0" clrIdx="1162"/>
  <p:cmAuthor id="1164" name="shery" initials="s" lastIdx="0" clrIdx="1163"/>
  <p:cmAuthor id="1165" name="备用电脑2" initials="备" lastIdx="0" clrIdx="1164"/>
  <p:cmAuthor id="1166" name="hushouli" initials="h" lastIdx="0" clrIdx="1165"/>
  <p:cmAuthor id="1167" name="humingyue" initials="h" lastIdx="0" clrIdx="1166"/>
  <p:cmAuthor id="1168" name="xieweijian" initials="x" lastIdx="0" clrIdx="1167"/>
  <p:cmAuthor id="1169" name="meichao" initials="m" lastIdx="0" clrIdx="1168"/>
  <p:cmAuthor id="1170" name="shilinfei" initials="s" lastIdx="0" clrIdx="1169"/>
  <p:cmAuthor id="1171" name="翁建光" initials="翁" lastIdx="0" clrIdx="1170"/>
  <p:cmAuthor id="1172" name="zhengke" initials="z" lastIdx="0" clrIdx="1171"/>
  <p:cmAuthor id="1173" name="shenmin1" initials="s" lastIdx="0" clrIdx="1172"/>
  <p:cmAuthor id="1174" name="jasonwei" initials="j" lastIdx="0" clrIdx="1173"/>
  <p:cmAuthor id="1175" name="Joeny Lin 林小琴" initials="JL林" lastIdx="0" clrIdx="1174"/>
  <p:cmAuthor id="1176" name="peimeijuan" initials="p" lastIdx="0" clrIdx="1175"/>
  <p:cmAuthor id="1177" name="未知的使用者51" initials="未" lastIdx="0" clrIdx="1176"/>
  <p:cmAuthor id="1178" name="傅忆杰" initials="傅忆杰" lastIdx="0" clrIdx="1177"/>
  <p:cmAuthor id="1179" name="fanghuimin" initials="f" lastIdx="0" clrIdx="1178"/>
  <p:cmAuthor id="1180" name="Author" initials="A" lastIdx="0" clrIdx="1179"/>
  <p:cmAuthor id="1181" name="陈 杰" initials="陈" lastIdx="0" clrIdx="1180"/>
  <p:cmAuthor id="1182" name="daphne" initials="d" lastIdx="0" clrIdx="1181"/>
  <p:cmAuthor id="1183" name="未知的使用者33" initials="未" lastIdx="0" clrIdx="1182"/>
  <p:cmAuthor id="1184" name="未知的使用者98" initials="未" lastIdx="0" clrIdx="118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commentAuthors" Target="commentAuthors.xml"/><Relationship Id="rId4" Type="http://schemas.openxmlformats.org/officeDocument/2006/relationships/slideMaster" Target="slideMasters/slideMaster3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9.xml"/><Relationship Id="rId34" Type="http://schemas.openxmlformats.org/officeDocument/2006/relationships/slide" Target="slides/slide8.xml"/><Relationship Id="rId33" Type="http://schemas.openxmlformats.org/officeDocument/2006/relationships/slide" Target="slides/slide7.xml"/><Relationship Id="rId32" Type="http://schemas.openxmlformats.org/officeDocument/2006/relationships/slide" Target="slides/slide6.xml"/><Relationship Id="rId31" Type="http://schemas.openxmlformats.org/officeDocument/2006/relationships/slide" Target="slides/slide5.xml"/><Relationship Id="rId30" Type="http://schemas.openxmlformats.org/officeDocument/2006/relationships/slide" Target="slides/slide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3.xml"/><Relationship Id="rId28" Type="http://schemas.openxmlformats.org/officeDocument/2006/relationships/slide" Target="slides/slide2.xml"/><Relationship Id="rId27" Type="http://schemas.openxmlformats.org/officeDocument/2006/relationships/slide" Target="slides/slide1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1" y="1512888"/>
            <a:ext cx="7913565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0401" y="3992563"/>
            <a:ext cx="7913565" cy="93186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r">
              <a:spcBef>
                <a:spcPct val="0"/>
              </a:spcBef>
            </a:pPr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OfficePLUS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 rot="2345218">
            <a:off x="-5935416" y="475085"/>
            <a:ext cx="12765829" cy="12765829"/>
            <a:chOff x="4199185" y="-3822489"/>
            <a:chExt cx="12765829" cy="12765829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8237022" y="215348"/>
              <a:ext cx="4690154" cy="4690154"/>
              <a:chOff x="8848553" y="1388720"/>
              <a:chExt cx="4690154" cy="4690154"/>
            </a:xfrm>
          </p:grpSpPr>
          <p:sp>
            <p:nvSpPr>
              <p:cNvPr id="9" name="椭圆 8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弧形 9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12847544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弧形 5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1885142"/>
                <a:gd name="adj2" fmla="val 18112891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1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弧形 6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885225"/>
                <a:gd name="adj2" fmla="val 7131830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12663326"/>
                <a:gd name="adj2" fmla="val 1898460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 rot="2345218">
            <a:off x="7333341" y="-4439559"/>
            <a:ext cx="9717317" cy="9717317"/>
            <a:chOff x="5723441" y="-2298233"/>
            <a:chExt cx="9717317" cy="9717317"/>
          </a:xfrm>
        </p:grpSpPr>
        <p:grpSp>
          <p:nvGrpSpPr>
            <p:cNvPr id="14" name="组合 13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8" name="椭圆 17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弧形 18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93598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弧形 19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11969093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弧形 20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997002"/>
                  <a:gd name="adj2" fmla="val 18351143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16" name="弧形 15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968596"/>
                <a:gd name="adj2" fmla="val 1813159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448" y="3015885"/>
            <a:ext cx="5677105" cy="693823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257448" y="3736693"/>
            <a:ext cx="5677105" cy="965763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71003" y="367812"/>
            <a:ext cx="1043876" cy="830164"/>
          </a:xfrm>
        </p:spPr>
        <p:txBody>
          <a:bodyPr wrap="none">
            <a:spAutoFit/>
          </a:bodyPr>
          <a:lstStyle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1" hasCustomPrompt="1"/>
          </p:nvPr>
        </p:nvSpPr>
        <p:spPr>
          <a:xfrm>
            <a:off x="6769100" y="5255017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2" hasCustomPrompt="1"/>
          </p:nvPr>
        </p:nvSpPr>
        <p:spPr>
          <a:xfrm>
            <a:off x="6769100" y="5513549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769100" y="3247008"/>
            <a:ext cx="4843552" cy="1137671"/>
          </a:xfrm>
        </p:spPr>
        <p:txBody>
          <a:bodyPr anchor="b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>
            <a:pPr lvl="0"/>
            <a:r>
              <a:rPr lang="en-US" altLang="zh-CN" dirty="0"/>
              <a:t>Thank you</a:t>
            </a:r>
            <a:endParaRPr lang="en-US" altLang="zh-CN" dirty="0"/>
          </a:p>
        </p:txBody>
      </p:sp>
      <p:grpSp>
        <p:nvGrpSpPr>
          <p:cNvPr id="6" name="组合 5"/>
          <p:cNvGrpSpPr/>
          <p:nvPr userDrawn="1"/>
        </p:nvGrpSpPr>
        <p:grpSpPr>
          <a:xfrm rot="16200000" flipH="1">
            <a:off x="-4607805" y="-3135907"/>
            <a:ext cx="12765829" cy="12765829"/>
            <a:chOff x="4199185" y="-3822489"/>
            <a:chExt cx="12765829" cy="12765829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2" name="椭圆 11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弧形 12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14615283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弧形 13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5884870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弧形 14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003651"/>
                  <a:gd name="adj2" fmla="val 20655375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8" name="弧形 7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7964632"/>
                <a:gd name="adj2" fmla="val 20655375"/>
              </a:avLst>
            </a:prstGeom>
            <a:noFill/>
            <a:ln w="635000" cap="rnd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50000"/>
                    </a:schemeClr>
                  </a:gs>
                </a:gsLst>
                <a:lin ang="0" scaled="0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003651"/>
                <a:gd name="adj2" fmla="val 17440526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0" name="弧形 9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2152946"/>
                <a:gd name="adj2" fmla="val 6967338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dirty="0" err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9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0" Type="http://schemas.openxmlformats.org/officeDocument/2006/relationships/theme" Target="../theme/theme22.xml"/><Relationship Id="rId1" Type="http://schemas.openxmlformats.org/officeDocument/2006/relationships/slideLayout" Target="../slideLayouts/slideLayout43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theme" Target="../theme/theme25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_shape2_Picture 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28600"/>
            <a:ext cx="2331720" cy="231750"/>
          </a:xfrm>
          <a:prstGeom prst="rect">
            <a:avLst/>
          </a:prstGeom>
        </p:spPr>
      </p:pic>
      <p:pic>
        <p:nvPicPr>
          <p:cNvPr id="3" name="Picture 2" descr="s1_shape8_图片 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9456"/>
            <a:ext cx="1298448" cy="612648"/>
          </a:xfrm>
          <a:prstGeom prst="rect">
            <a:avLst/>
          </a:prstGeom>
        </p:spPr>
      </p:pic>
      <p:pic>
        <p:nvPicPr>
          <p:cNvPr id="4" name="Picture 3" descr="s1_shape3_Picture 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3512"/>
            <a:ext cx="9372600" cy="3822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978408"/>
            <a:ext cx="10561320" cy="130937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0" indent="0" algn="l">
              <a:lnSpc>
                <a:spcPct val="132000"/>
              </a:lnSpc>
              <a:defRPr/>
            </a:pPr>
            <a:r>
              <a:rPr lang="zh-CN" altLang="en-US" sz="3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中粮生物科技太仓新建55万吨/年淀粉糖项目</a:t>
            </a:r>
            <a:endParaRPr lang="zh-CN" altLang="en-US" sz="3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2000"/>
              </a:lnSpc>
              <a:defRPr/>
            </a:pPr>
            <a:endParaRPr sz="3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2359152"/>
            <a:ext cx="5440680" cy="566928"/>
          </a:xfrm>
          <a:prstGeom prst="rect">
            <a:avLst/>
          </a:prstGeom>
          <a:solidFill>
            <a:srgbClr val="04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43214"/>
            <a:ext cx="5897880" cy="59880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marL="0" indent="0" algn="l">
              <a:lnSpc>
                <a:spcPct val="132000"/>
              </a:lnSpc>
              <a:defRPr/>
            </a:pPr>
            <a:r>
              <a:rPr lang="en-US" altLang="zh-CN" sz="25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AI</a:t>
            </a:r>
            <a:r>
              <a:rPr lang="zh-CN" altLang="en-US" sz="25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全流程智能化系统蓝图方案</a:t>
            </a:r>
            <a:endParaRPr sz="25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7588" y="3606927"/>
            <a:ext cx="4754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F7FA"/>
                </a:solidFill>
                <a:latin typeface="微软雅黑"/>
              </a:rPr>
              <a:t>——让工业更智能，让客户更成功——</a:t>
            </a:r>
            <a:endParaRPr sz="1300" b="1">
              <a:solidFill>
                <a:srgbClr val="F5F7FA"/>
              </a:solidFill>
              <a:latin typeface="微软雅黑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855" y="5873750"/>
            <a:ext cx="4140200" cy="676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46304"/>
            <a:ext cx="65836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20624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能碳精细化平台定位</a:t>
            </a:r>
            <a:endParaRPr sz="2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0120"/>
            <a:ext cx="10972800" cy="13716"/>
          </a:xfrm>
          <a:prstGeom prst="rect">
            <a:avLst/>
          </a:prstGeom>
          <a:solidFill>
            <a:srgbClr val="15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170432"/>
            <a:ext cx="1078992" cy="310896"/>
          </a:xfrm>
          <a:prstGeom prst="roundRect">
            <a:avLst/>
          </a:prstGeom>
          <a:solidFill>
            <a:srgbClr val="0A3152"/>
          </a:solidFill>
          <a:ln w="1016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78992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7D7E8"/>
                </a:solidFill>
                <a:latin typeface="微软雅黑"/>
              </a:rPr>
              <a:t>平台定位</a:t>
            </a:r>
            <a:endParaRPr sz="11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74519" y="1124712"/>
            <a:ext cx="932688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50" b="1">
                <a:solidFill>
                  <a:srgbClr val="F5F7FA"/>
                </a:solidFill>
                <a:latin typeface="微软雅黑"/>
              </a:rPr>
              <a:t>从“碳核算工具”升级为“碳数据权威核算中心 + 碳价值运营引擎”</a:t>
            </a:r>
            <a:endParaRPr sz="185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19202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7D7E8"/>
                </a:solidFill>
                <a:latin typeface="微软雅黑"/>
              </a:rPr>
              <a:t>统一汇聚业务数据</a:t>
            </a:r>
            <a:endParaRPr sz="125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157984"/>
            <a:ext cx="1691640" cy="329184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67127"/>
            <a:ext cx="16367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F5F7FA"/>
                </a:solidFill>
                <a:latin typeface="微软雅黑"/>
              </a:rPr>
              <a:t>能源 EMS</a:t>
            </a:r>
            <a:endParaRPr sz="10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642615"/>
            <a:ext cx="1691640" cy="329184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59"/>
            <a:ext cx="16367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F5F7FA"/>
                </a:solidFill>
                <a:latin typeface="微软雅黑"/>
              </a:rPr>
              <a:t>生产 MES</a:t>
            </a:r>
            <a:endParaRPr sz="10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3127248"/>
            <a:ext cx="1691640" cy="329184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36391"/>
            <a:ext cx="16367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F5F7FA"/>
                </a:solidFill>
                <a:latin typeface="微软雅黑"/>
              </a:rPr>
              <a:t>设备 / IoT</a:t>
            </a:r>
            <a:endParaRPr sz="10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611880"/>
            <a:ext cx="1691640" cy="329184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21024"/>
            <a:ext cx="16367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F5F7FA"/>
                </a:solidFill>
                <a:latin typeface="微软雅黑"/>
              </a:rPr>
              <a:t>采购 / ERP</a:t>
            </a:r>
            <a:endParaRPr sz="10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096512"/>
            <a:ext cx="1691640" cy="329184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05656"/>
            <a:ext cx="16367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F5F7FA"/>
                </a:solidFill>
                <a:latin typeface="微软雅黑"/>
              </a:rPr>
              <a:t>仓储 WMS</a:t>
            </a:r>
            <a:endParaRPr sz="10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4581144"/>
            <a:ext cx="1691640" cy="329184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90288"/>
            <a:ext cx="16367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F5F7FA"/>
                </a:solidFill>
                <a:latin typeface="微软雅黑"/>
              </a:rPr>
              <a:t>物流 TMS</a:t>
            </a:r>
            <a:endParaRPr sz="10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5065776"/>
            <a:ext cx="1691640" cy="329184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163677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F5F7FA"/>
                </a:solidFill>
                <a:latin typeface="微软雅黑"/>
              </a:rPr>
              <a:t>供应链数据</a:t>
            </a:r>
            <a:endParaRPr sz="10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343400" y="2194560"/>
            <a:ext cx="2011680" cy="2011680"/>
          </a:xfrm>
          <a:prstGeom prst="ellipse">
            <a:avLst/>
          </a:prstGeom>
          <a:solidFill>
            <a:srgbClr val="06131C"/>
          </a:solidFill>
          <a:ln w="3175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2587752"/>
            <a:ext cx="1298448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100"/>
                </a:solidFill>
                <a:latin typeface="微软雅黑"/>
              </a:rPr>
              <a:t>CMS</a:t>
            </a:r>
            <a:endParaRPr sz="2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3081528"/>
            <a:ext cx="1481328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5F7FA"/>
                </a:solidFill>
                <a:latin typeface="微软雅黑"/>
              </a:rPr>
              <a:t>能碳精细化
管理平台</a:t>
            </a:r>
            <a:endParaRPr sz="13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903720" y="1783080"/>
            <a:ext cx="4434840" cy="1024128"/>
          </a:xfrm>
          <a:prstGeom prst="roundRect">
            <a:avLst/>
          </a:prstGeom>
          <a:solidFill>
            <a:srgbClr val="071723"/>
          </a:solidFill>
          <a:ln w="1524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68312" y="1947672"/>
            <a:ext cx="420624" cy="420624"/>
          </a:xfrm>
          <a:prstGeom prst="ellipse">
            <a:avLst/>
          </a:prstGeom>
          <a:solidFill>
            <a:srgbClr val="06131C"/>
          </a:solidFill>
          <a:ln w="1524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68312" y="194767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9DFF"/>
                </a:solidFill>
                <a:latin typeface="微软雅黑"/>
              </a:rPr>
              <a:t>1</a:t>
            </a:r>
            <a:endParaRPr sz="16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16952" y="1911095"/>
            <a:ext cx="3557015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7FA"/>
                </a:solidFill>
                <a:latin typeface="微软雅黑"/>
              </a:rPr>
              <a:t>可信数据底座</a:t>
            </a:r>
            <a:endParaRPr sz="16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16952" y="2276856"/>
            <a:ext cx="3557015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2CC"/>
                </a:solidFill>
                <a:latin typeface="微软雅黑"/>
              </a:rPr>
              <a:t>统一归集、质量校验、凭证关联、版本留痕与穿透追溯。</a:t>
            </a:r>
            <a:endParaRPr sz="10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03720" y="2971800"/>
            <a:ext cx="4434840" cy="1024128"/>
          </a:xfrm>
          <a:prstGeom prst="roundRect">
            <a:avLst/>
          </a:prstGeom>
          <a:solidFill>
            <a:srgbClr val="071723"/>
          </a:solidFill>
          <a:ln w="1524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68312" y="3136392"/>
            <a:ext cx="420624" cy="420624"/>
          </a:xfrm>
          <a:prstGeom prst="ellipse">
            <a:avLst/>
          </a:prstGeom>
          <a:solidFill>
            <a:srgbClr val="06131C"/>
          </a:solidFill>
          <a:ln w="1524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68312" y="313639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7D7E8"/>
                </a:solidFill>
                <a:latin typeface="微软雅黑"/>
              </a:rPr>
              <a:t>2</a:t>
            </a:r>
            <a:endParaRPr sz="16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16952" y="3099816"/>
            <a:ext cx="3557015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7FA"/>
                </a:solidFill>
                <a:latin typeface="微软雅黑"/>
              </a:rPr>
              <a:t>精准核算中心</a:t>
            </a:r>
            <a:endParaRPr sz="16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16952" y="3465576"/>
            <a:ext cx="3557015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2CC"/>
                </a:solidFill>
                <a:latin typeface="微软雅黑"/>
              </a:rPr>
              <a:t>覆盖组织碳、产品碳足迹、核算模型与排放因子的一体化核算。</a:t>
            </a:r>
            <a:endParaRPr sz="10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903720" y="4160520"/>
            <a:ext cx="4434840" cy="1024128"/>
          </a:xfrm>
          <a:prstGeom prst="roundRect">
            <a:avLst/>
          </a:prstGeom>
          <a:solidFill>
            <a:srgbClr val="071723"/>
          </a:solidFill>
          <a:ln w="1524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68312" y="4325112"/>
            <a:ext cx="420624" cy="420624"/>
          </a:xfrm>
          <a:prstGeom prst="ellipse">
            <a:avLst/>
          </a:prstGeom>
          <a:solidFill>
            <a:srgbClr val="06131C"/>
          </a:solidFill>
          <a:ln w="1524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8312" y="432511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35D2A0"/>
                </a:solidFill>
                <a:latin typeface="微软雅黑"/>
              </a:rPr>
              <a:t>3</a:t>
            </a:r>
            <a:endParaRPr sz="1600" b="1">
              <a:solidFill>
                <a:srgbClr val="35D2A0"/>
              </a:solidFill>
              <a:latin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16952" y="4288536"/>
            <a:ext cx="3557015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7FA"/>
                </a:solidFill>
                <a:latin typeface="微软雅黑"/>
              </a:rPr>
              <a:t>价值运营引擎</a:t>
            </a:r>
            <a:endParaRPr sz="16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16952" y="4654296"/>
            <a:ext cx="3557015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250" b="0">
                <a:solidFill>
                  <a:srgbClr val="B8C2CC"/>
                </a:solidFill>
                <a:latin typeface="微软雅黑"/>
              </a:rPr>
              <a:t>核算结果向双碳路径、项目跟踪、碳资产、绩效预警及绿色价值管理延伸。</a:t>
            </a:r>
            <a:endParaRPr sz="1250" b="0">
              <a:solidFill>
                <a:srgbClr val="B8C2CC"/>
              </a:solidFill>
              <a:latin typeface="微软雅黑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2404872" y="2487168"/>
            <a:ext cx="1911096" cy="713232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404872" y="2971800"/>
            <a:ext cx="1911096" cy="22860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404872" y="3200400"/>
            <a:ext cx="1911096" cy="256032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404872" y="3200400"/>
            <a:ext cx="1911096" cy="740663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404872" y="3200400"/>
            <a:ext cx="1911096" cy="1225296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404872" y="3200400"/>
            <a:ext cx="1911096" cy="1709928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404872" y="3200400"/>
            <a:ext cx="1911096" cy="219456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382512" y="2286000"/>
            <a:ext cx="457200" cy="91440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82512" y="3200400"/>
            <a:ext cx="457200" cy="283464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382512" y="3200400"/>
            <a:ext cx="457200" cy="146304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788920" y="5577840"/>
            <a:ext cx="6492240" cy="658368"/>
          </a:xfrm>
          <a:prstGeom prst="roundRect">
            <a:avLst/>
          </a:prstGeom>
          <a:solidFill>
            <a:srgbClr val="061722"/>
          </a:solidFill>
          <a:ln w="13970">
            <a:solidFill>
              <a:srgbClr val="1C8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63240" y="5660136"/>
            <a:ext cx="11887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100"/>
                </a:solidFill>
                <a:latin typeface="微软雅黑"/>
              </a:rPr>
              <a:t>算得准</a:t>
            </a:r>
            <a:endParaRPr sz="16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62072" y="5916168"/>
            <a:ext cx="1600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B8C2CC"/>
                </a:solidFill>
                <a:latin typeface="微软雅黑"/>
              </a:rPr>
              <a:t>统一口径 · 精准核算</a:t>
            </a:r>
            <a:endParaRPr sz="8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72000" y="5715000"/>
            <a:ext cx="3200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09DFF"/>
                </a:solidFill>
                <a:latin typeface="微软雅黑"/>
              </a:rPr>
              <a:t>→</a:t>
            </a:r>
            <a:endParaRPr sz="18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074920" y="5660136"/>
            <a:ext cx="11887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100"/>
                </a:solidFill>
                <a:latin typeface="微软雅黑"/>
              </a:rPr>
              <a:t>管得住</a:t>
            </a:r>
            <a:endParaRPr sz="16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73625" y="5896610"/>
            <a:ext cx="1805940" cy="221615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B8C2CC"/>
                </a:solidFill>
                <a:latin typeface="微软雅黑"/>
              </a:rPr>
              <a:t>路径规划 · 项目跟踪 · 绩效预警</a:t>
            </a:r>
            <a:endParaRPr sz="8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583679" y="5715000"/>
            <a:ext cx="3200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09DFF"/>
                </a:solidFill>
                <a:latin typeface="微软雅黑"/>
              </a:rPr>
              <a:t>→</a:t>
            </a:r>
            <a:endParaRPr sz="18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086600" y="5660136"/>
            <a:ext cx="11887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100"/>
                </a:solidFill>
                <a:latin typeface="微软雅黑"/>
              </a:rPr>
              <a:t>用得好</a:t>
            </a:r>
            <a:endParaRPr sz="16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85432" y="5916168"/>
            <a:ext cx="16002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B8C2CC"/>
                </a:solidFill>
                <a:latin typeface="微软雅黑"/>
              </a:rPr>
              <a:t>履约资产 · 价值运营</a:t>
            </a:r>
            <a:endParaRPr sz="8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458200" y="6565392"/>
            <a:ext cx="3337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A77"/>
                </a:solidFill>
                <a:latin typeface="微软雅黑"/>
              </a:rPr>
              <a:t>依据：能碳精细化管理平台蓝图 V3.0.1</a:t>
            </a:r>
            <a:endParaRPr sz="750" b="0">
              <a:solidFill>
                <a:srgbClr val="5C6A7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46304"/>
            <a:ext cx="65836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20624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总体架构与业务闭环</a:t>
            </a:r>
            <a:endParaRPr sz="2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0120"/>
            <a:ext cx="10972800" cy="13716"/>
          </a:xfrm>
          <a:prstGeom prst="rect">
            <a:avLst/>
          </a:prstGeom>
          <a:solidFill>
            <a:srgbClr val="15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B8C2CC"/>
                </a:solidFill>
                <a:latin typeface="微软雅黑"/>
              </a:rPr>
              <a:t>围绕“底层支撑—中层应用—上层管控”构建能力体系，并以异常与预警机制贯穿全链条。</a:t>
            </a:r>
            <a:endParaRPr sz="14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1792" y="1673352"/>
            <a:ext cx="15544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7D7E8"/>
                </a:solidFill>
                <a:latin typeface="微软雅黑"/>
              </a:rPr>
              <a:t>外部业务系统</a:t>
            </a:r>
            <a:endParaRPr sz="12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325880" cy="329184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66543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EMS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551176"/>
            <a:ext cx="1325880" cy="329184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60320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MES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044952"/>
            <a:ext cx="1325880" cy="329184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54096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ERP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538728"/>
            <a:ext cx="1325880" cy="329184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547872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WMS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4032504"/>
            <a:ext cx="1325880" cy="329184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4041648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TMS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1325880" cy="329184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535424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IoT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5020056"/>
            <a:ext cx="1325880" cy="329184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029200"/>
            <a:ext cx="1271016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LIMS / OA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468880" y="1755648"/>
            <a:ext cx="6172200" cy="1005840"/>
          </a:xfrm>
          <a:prstGeom prst="roundRect">
            <a:avLst/>
          </a:prstGeom>
          <a:solidFill>
            <a:srgbClr val="0A2030"/>
          </a:solidFill>
          <a:ln w="1778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1847088"/>
            <a:ext cx="20116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100"/>
                </a:solidFill>
                <a:latin typeface="微软雅黑"/>
              </a:rPr>
              <a:t>上层｜规划管控</a:t>
            </a:r>
            <a:endParaRPr sz="17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09160" y="1847088"/>
            <a:ext cx="36576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5F7FA"/>
                </a:solidFill>
                <a:latin typeface="微软雅黑"/>
              </a:rPr>
              <a:t>双碳路径规划 · 减排措施 · 项目阶段记录 · 投入成本跟踪 · 投运信息 · 月度减碳量 · 绩效阈值</a:t>
            </a:r>
            <a:endParaRPr sz="11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468880" y="2999232"/>
            <a:ext cx="6172200" cy="1207008"/>
          </a:xfrm>
          <a:prstGeom prst="roundRect">
            <a:avLst/>
          </a:prstGeom>
          <a:solidFill>
            <a:srgbClr val="081C2A"/>
          </a:solidFill>
          <a:ln w="1778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048" y="3108960"/>
            <a:ext cx="2148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100"/>
                </a:solidFill>
                <a:latin typeface="微软雅黑"/>
              </a:rPr>
              <a:t>中层｜核算分析与资产</a:t>
            </a:r>
            <a:endParaRPr sz="15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736592" y="30723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7D7E8"/>
                </a:solidFill>
                <a:latin typeface="微软雅黑"/>
              </a:rPr>
              <a:t>企业碳管理</a:t>
            </a:r>
            <a:endParaRPr sz="105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16168" y="30723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7D7E8"/>
                </a:solidFill>
                <a:latin typeface="微软雅黑"/>
              </a:rPr>
              <a:t>产品碳管理</a:t>
            </a:r>
            <a:endParaRPr sz="105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95744" y="30723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7D7E8"/>
                </a:solidFill>
                <a:latin typeface="微软雅黑"/>
              </a:rPr>
              <a:t>碳资产管理</a:t>
            </a:r>
            <a:endParaRPr sz="105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17720" y="3474720"/>
            <a:ext cx="13258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组织盘查 / 强度 / 报告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97296" y="3474720"/>
            <a:ext cx="13258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生命周期 / 批次 / 报告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76872" y="3474720"/>
            <a:ext cx="132588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配额 / 交易 / 预扣减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468880" y="4453128"/>
            <a:ext cx="6172200" cy="1024128"/>
          </a:xfrm>
          <a:prstGeom prst="roundRect">
            <a:avLst/>
          </a:prstGeom>
          <a:solidFill>
            <a:srgbClr val="071722"/>
          </a:solidFill>
          <a:ln w="1778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0048" y="4553712"/>
            <a:ext cx="2240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100"/>
                </a:solidFill>
                <a:latin typeface="微软雅黑"/>
              </a:rPr>
              <a:t>底层｜数据与模型支撑</a:t>
            </a:r>
            <a:endParaRPr sz="15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0600" y="4517136"/>
            <a:ext cx="352044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数据治理 · 活动数据集 · 原始数据库 · 排放因子库 · 核算模型 · 生命周期模型 · 计量器具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03520" y="4142232"/>
            <a:ext cx="27432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9DFF"/>
                </a:solidFill>
                <a:latin typeface="微软雅黑"/>
              </a:rPr>
              <a:t>▲</a:t>
            </a:r>
            <a:endParaRPr sz="14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03520" y="2743200"/>
            <a:ext cx="27432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09DFF"/>
                </a:solidFill>
                <a:latin typeface="微软雅黑"/>
              </a:rPr>
              <a:t>▲</a:t>
            </a:r>
            <a:endParaRPr sz="14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281160" y="1673352"/>
            <a:ext cx="13716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7D7E8"/>
                </a:solidFill>
                <a:latin typeface="微软雅黑"/>
              </a:rPr>
              <a:t>价值输出</a:t>
            </a:r>
            <a:endParaRPr sz="12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253728" y="2057400"/>
            <a:ext cx="1874519" cy="365760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59" y="2066543"/>
            <a:ext cx="1819655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109DFF"/>
                </a:solidFill>
                <a:latin typeface="微软雅黑"/>
              </a:rPr>
              <a:t>碳排放台账</a:t>
            </a:r>
            <a:endParaRPr sz="1020" b="1">
              <a:solidFill>
                <a:srgbClr val="109DFF"/>
              </a:solidFill>
              <a:latin typeface="微软雅黑"/>
            </a:endParaRPr>
          </a:p>
        </p:txBody>
      </p:sp>
      <p:cxnSp>
        <p:nvCxnSpPr>
          <p:cNvPr id="40" name="Connector 39"/>
          <p:cNvCxnSpPr/>
          <p:nvPr/>
        </p:nvCxnSpPr>
        <p:spPr>
          <a:xfrm flipV="1">
            <a:off x="8668512" y="2240280"/>
            <a:ext cx="521208" cy="13716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53728" y="2697480"/>
            <a:ext cx="1874519" cy="365760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59" y="2706624"/>
            <a:ext cx="1819655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27D7E8"/>
                </a:solidFill>
                <a:latin typeface="微软雅黑"/>
              </a:rPr>
              <a:t>产品碳足迹</a:t>
            </a:r>
            <a:endParaRPr sz="1020" b="1">
              <a:solidFill>
                <a:srgbClr val="27D7E8"/>
              </a:solidFill>
              <a:latin typeface="微软雅黑"/>
            </a:endParaRPr>
          </a:p>
        </p:txBody>
      </p:sp>
      <p:cxnSp>
        <p:nvCxnSpPr>
          <p:cNvPr id="43" name="Connector 42"/>
          <p:cNvCxnSpPr/>
          <p:nvPr/>
        </p:nvCxnSpPr>
        <p:spPr>
          <a:xfrm flipV="1">
            <a:off x="8668512" y="2880360"/>
            <a:ext cx="521208" cy="13716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253728" y="3337560"/>
            <a:ext cx="1874519" cy="365760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59" y="3346703"/>
            <a:ext cx="1819655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35D2A0"/>
                </a:solidFill>
                <a:latin typeface="微软雅黑"/>
              </a:rPr>
              <a:t>碳资产态势</a:t>
            </a:r>
            <a:endParaRPr sz="1020" b="1">
              <a:solidFill>
                <a:srgbClr val="35D2A0"/>
              </a:solidFill>
              <a:latin typeface="微软雅黑"/>
            </a:endParaRPr>
          </a:p>
        </p:txBody>
      </p:sp>
      <p:cxnSp>
        <p:nvCxnSpPr>
          <p:cNvPr id="46" name="Connector 45"/>
          <p:cNvCxnSpPr/>
          <p:nvPr/>
        </p:nvCxnSpPr>
        <p:spPr>
          <a:xfrm flipV="1">
            <a:off x="8668512" y="3520440"/>
            <a:ext cx="521208" cy="13716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253728" y="3977639"/>
            <a:ext cx="1874519" cy="365760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FFF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59" y="3986783"/>
            <a:ext cx="1819655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FFF100"/>
                </a:solidFill>
                <a:latin typeface="微软雅黑"/>
              </a:rPr>
              <a:t>双碳路径进度</a:t>
            </a:r>
            <a:endParaRPr sz="1020" b="1">
              <a:solidFill>
                <a:srgbClr val="FFF100"/>
              </a:solidFill>
              <a:latin typeface="微软雅黑"/>
            </a:endParaRPr>
          </a:p>
        </p:txBody>
      </p:sp>
      <p:cxnSp>
        <p:nvCxnSpPr>
          <p:cNvPr id="49" name="Connector 48"/>
          <p:cNvCxnSpPr/>
          <p:nvPr/>
        </p:nvCxnSpPr>
        <p:spPr>
          <a:xfrm flipV="1">
            <a:off x="8668512" y="4160520"/>
            <a:ext cx="521208" cy="137159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253728" y="4617720"/>
            <a:ext cx="1874519" cy="365760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59" y="4626864"/>
            <a:ext cx="1819655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20" b="1">
                <a:solidFill>
                  <a:srgbClr val="F5F7FA"/>
                </a:solidFill>
                <a:latin typeface="微软雅黑"/>
              </a:rPr>
              <a:t>ESG / 数据服务</a:t>
            </a:r>
            <a:endParaRPr sz="1020" b="1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52" name="Connector 51"/>
          <p:cNvCxnSpPr/>
          <p:nvPr/>
        </p:nvCxnSpPr>
        <p:spPr>
          <a:xfrm flipV="1">
            <a:off x="8668512" y="4800600"/>
            <a:ext cx="521208" cy="137160"/>
          </a:xfrm>
          <a:prstGeom prst="line">
            <a:avLst/>
          </a:prstGeom>
          <a:ln w="1270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984248" y="2221992"/>
            <a:ext cx="438912" cy="2761488"/>
          </a:xfrm>
          <a:prstGeom prst="line">
            <a:avLst/>
          </a:prstGeom>
          <a:ln w="1143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984248" y="2715768"/>
            <a:ext cx="438912" cy="2267712"/>
          </a:xfrm>
          <a:prstGeom prst="line">
            <a:avLst/>
          </a:prstGeom>
          <a:ln w="1143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84248" y="3209544"/>
            <a:ext cx="438912" cy="1773936"/>
          </a:xfrm>
          <a:prstGeom prst="line">
            <a:avLst/>
          </a:prstGeom>
          <a:ln w="1143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84248" y="3703320"/>
            <a:ext cx="438912" cy="1280160"/>
          </a:xfrm>
          <a:prstGeom prst="line">
            <a:avLst/>
          </a:prstGeom>
          <a:ln w="1143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984248" y="4197096"/>
            <a:ext cx="438912" cy="786384"/>
          </a:xfrm>
          <a:prstGeom prst="line">
            <a:avLst/>
          </a:prstGeom>
          <a:ln w="1143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4248" y="4690872"/>
            <a:ext cx="438912" cy="292608"/>
          </a:xfrm>
          <a:prstGeom prst="line">
            <a:avLst/>
          </a:prstGeom>
          <a:ln w="1143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84248" y="4983480"/>
            <a:ext cx="438912" cy="201168"/>
          </a:xfrm>
          <a:prstGeom prst="line">
            <a:avLst/>
          </a:prstGeom>
          <a:ln w="1143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2468880" y="5724144"/>
            <a:ext cx="8659368" cy="566928"/>
          </a:xfrm>
          <a:prstGeom prst="roundRect">
            <a:avLst/>
          </a:prstGeom>
          <a:solidFill>
            <a:srgbClr val="130F0A"/>
          </a:solidFill>
          <a:ln w="1270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33472" y="5797296"/>
            <a:ext cx="8366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FD28A"/>
                </a:solidFill>
                <a:latin typeface="微软雅黑"/>
              </a:rPr>
              <a:t>贯穿机制｜数据缺失 / 批次链断裂 / 跨系统不一致 / 核算异常 / 碳强度偏差 → 识别 → 通知 → 修正 → 复核 → 留痕</a:t>
            </a:r>
            <a:endParaRPr sz="1040" b="1">
              <a:solidFill>
                <a:srgbClr val="FFD28A"/>
              </a:solidFill>
              <a:latin typeface="微软雅黑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458200" y="6565392"/>
            <a:ext cx="3337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A77"/>
                </a:solidFill>
                <a:latin typeface="微软雅黑"/>
              </a:rPr>
              <a:t>依据：能碳精细化管理平台蓝图 V3.0.1</a:t>
            </a:r>
            <a:endParaRPr sz="750" b="0">
              <a:solidFill>
                <a:srgbClr val="5C6A7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46304"/>
            <a:ext cx="65836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20624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双碳路径规划 + 减排项目跟踪，支撑目标执行分析</a:t>
            </a:r>
            <a:endParaRPr sz="2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0120"/>
            <a:ext cx="10972800" cy="13716"/>
          </a:xfrm>
          <a:prstGeom prst="rect">
            <a:avLst/>
          </a:prstGeom>
          <a:solidFill>
            <a:srgbClr val="15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8813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B8C2CC"/>
                </a:solidFill>
                <a:latin typeface="微软雅黑"/>
              </a:rPr>
              <a:t>将双碳目标、减排措施和减排项目建立关联，并通过项目阶段、投入成本和实际减碳结果持续跟踪规划执行情况。</a:t>
            </a:r>
            <a:endParaRPr sz="14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458200" y="6565392"/>
            <a:ext cx="3337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A77"/>
                </a:solidFill>
                <a:latin typeface="微软雅黑"/>
              </a:rPr>
              <a:t>依据：能碳精细化管理平台蓝图 V3.0.1</a:t>
            </a:r>
            <a:endParaRPr sz="750" b="0">
              <a:solidFill>
                <a:srgbClr val="5C6A77"/>
              </a:solidFill>
              <a:latin typeface="微软雅黑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685800" y="1755648"/>
            <a:ext cx="3063240" cy="3401568"/>
          </a:xfrm>
          <a:prstGeom prst="roundRect">
            <a:avLst/>
          </a:prstGeom>
          <a:solidFill>
            <a:srgbClr val="071723"/>
          </a:solidFill>
          <a:ln w="1651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1874519"/>
            <a:ext cx="2651760" cy="32004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800" b="1">
                <a:solidFill>
                  <a:srgbClr val="FFF100"/>
                </a:solidFill>
                <a:latin typeface="微软雅黑"/>
              </a:rPr>
              <a:t>01  规划与措施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960120" y="2331720"/>
            <a:ext cx="2514600" cy="43891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微软雅黑"/>
              </a:rPr>
              <a:t>双碳规划</a:t>
            </a:r>
            <a:endParaRPr sz="13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51560" y="2770632"/>
            <a:ext cx="2331720" cy="47548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20" b="0">
                <a:solidFill>
                  <a:srgbClr val="B8C2CC"/>
                </a:solidFill>
                <a:latin typeface="微软雅黑"/>
              </a:rPr>
              <a:t>组织 / 规划周期 / 基准期 / 总体目标</a:t>
            </a:r>
            <a:endParaRPr sz="11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075688" y="3236976"/>
            <a:ext cx="274320" cy="25603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600" b="1">
                <a:solidFill>
                  <a:srgbClr val="27D7E8"/>
                </a:solidFill>
                <a:latin typeface="微软雅黑"/>
              </a:rPr>
              <a:t>↓</a:t>
            </a:r>
            <a:endParaRPr sz="16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960120" y="3547872"/>
            <a:ext cx="2514600" cy="43891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300" b="1">
                <a:solidFill>
                  <a:srgbClr val="F5F7FA"/>
                </a:solidFill>
                <a:latin typeface="微软雅黑"/>
              </a:rPr>
              <a:t>减排措施</a:t>
            </a:r>
            <a:endParaRPr sz="13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51560" y="3986784"/>
            <a:ext cx="2331720" cy="64008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20" b="0">
                <a:solidFill>
                  <a:srgbClr val="B8C2CC"/>
                </a:solidFill>
                <a:latin typeface="微软雅黑"/>
              </a:rPr>
              <a:t>技术库 / 方案组合 / 预计投入
预计节能量 / 预计减碳量</a:t>
            </a:r>
            <a:endParaRPr sz="11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68680" y="4800600"/>
            <a:ext cx="2697480" cy="21945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50" b="0">
                <a:solidFill>
                  <a:srgbClr val="27D7E8"/>
                </a:solidFill>
                <a:latin typeface="微软雅黑"/>
              </a:rPr>
              <a:t>规划目标与措施形成关联</a:t>
            </a:r>
            <a:endParaRPr sz="1050" b="0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931920" y="1755648"/>
            <a:ext cx="3794760" cy="3401568"/>
          </a:xfrm>
          <a:prstGeom prst="roundRect">
            <a:avLst/>
          </a:prstGeom>
          <a:solidFill>
            <a:srgbClr val="071723"/>
          </a:solidFill>
          <a:ln w="1651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0" y="1874519"/>
            <a:ext cx="3383280" cy="32004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800" b="1">
                <a:solidFill>
                  <a:srgbClr val="FFF100"/>
                </a:solidFill>
                <a:latin typeface="微软雅黑"/>
              </a:rPr>
              <a:t>02  减排项目跟踪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4224528" y="2331720"/>
            <a:ext cx="3200400" cy="411480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250" b="1">
                <a:solidFill>
                  <a:srgbClr val="F5F7FA"/>
                </a:solidFill>
                <a:latin typeface="微软雅黑"/>
              </a:rPr>
              <a:t>减排项目台账</a:t>
            </a:r>
            <a:endParaRPr sz="125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315968" y="2743200"/>
            <a:ext cx="3017520" cy="3931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80" b="0">
                <a:solidFill>
                  <a:srgbClr val="B8C2CC"/>
                </a:solidFill>
                <a:latin typeface="微软雅黑"/>
              </a:rPr>
              <a:t>责任部门 / 计划时间 / 项目类型 / 预计投入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224528" y="3246120"/>
            <a:ext cx="3200400" cy="411480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250" b="1">
                <a:solidFill>
                  <a:srgbClr val="F5F7FA"/>
                </a:solidFill>
                <a:latin typeface="微软雅黑"/>
              </a:rPr>
              <a:t>建设阶段记录</a:t>
            </a:r>
            <a:endParaRPr sz="125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315968" y="3657600"/>
            <a:ext cx="3017520" cy="53035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80" b="0">
                <a:solidFill>
                  <a:srgbClr val="B8C2CC"/>
                </a:solidFill>
                <a:latin typeface="微软雅黑"/>
              </a:rPr>
              <a:t>建设阶段 / 建设进度 / 实际投入成本
问题情况 / 预计完成时间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224528" y="4370832"/>
            <a:ext cx="3200400" cy="411480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250" b="1">
                <a:solidFill>
                  <a:srgbClr val="F5F7FA"/>
                </a:solidFill>
                <a:latin typeface="微软雅黑"/>
              </a:rPr>
              <a:t>投运信息记录</a:t>
            </a:r>
            <a:endParaRPr sz="125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315968" y="4773168"/>
            <a:ext cx="301752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80" b="0">
                <a:solidFill>
                  <a:srgbClr val="B8C2CC"/>
                </a:solidFill>
                <a:latin typeface="微软雅黑"/>
              </a:rPr>
              <a:t>实际投运时间 / 当前运行状态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927848" y="1755648"/>
            <a:ext cx="3611880" cy="3401568"/>
          </a:xfrm>
          <a:prstGeom prst="roundRect">
            <a:avLst/>
          </a:prstGeom>
          <a:solidFill>
            <a:srgbClr val="071723"/>
          </a:solidFill>
          <a:ln w="1651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19872" y="1874519"/>
            <a:ext cx="3200400" cy="32004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800" b="1">
                <a:solidFill>
                  <a:srgbClr val="FFF100"/>
                </a:solidFill>
                <a:latin typeface="微软雅黑"/>
              </a:rPr>
              <a:t>03  效果与绩效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8211312" y="2331720"/>
            <a:ext cx="3017520" cy="411480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250" b="1">
                <a:solidFill>
                  <a:srgbClr val="F5F7FA"/>
                </a:solidFill>
                <a:latin typeface="微软雅黑"/>
              </a:rPr>
              <a:t>减碳效果反馈</a:t>
            </a:r>
            <a:endParaRPr sz="125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8302752" y="2761488"/>
            <a:ext cx="2834640" cy="56692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80" b="0">
                <a:solidFill>
                  <a:srgbClr val="B8C2CC"/>
                </a:solidFill>
                <a:latin typeface="微软雅黑"/>
              </a:rPr>
              <a:t>项目作用边界 + 月度组织碳盘查
+ 运行状态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491472" y="3310128"/>
            <a:ext cx="320040" cy="25603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600" b="1">
                <a:solidFill>
                  <a:srgbClr val="35D2A0"/>
                </a:solidFill>
                <a:latin typeface="微软雅黑"/>
              </a:rPr>
              <a:t>↓</a:t>
            </a:r>
            <a:endParaRPr sz="1600" b="1">
              <a:solidFill>
                <a:srgbClr val="35D2A0"/>
              </a:solidFill>
              <a:latin typeface="微软雅黑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8339327" y="3575304"/>
            <a:ext cx="2788920" cy="34747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20" b="1">
                <a:solidFill>
                  <a:srgbClr val="F5F7FA"/>
                </a:solidFill>
                <a:latin typeface="微软雅黑"/>
              </a:rPr>
              <a:t>月度 / 累计减碳量 → 规划执行进度</a:t>
            </a:r>
            <a:endParaRPr sz="11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8211312" y="4078224"/>
            <a:ext cx="3017520" cy="411480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250" b="1">
                <a:solidFill>
                  <a:srgbClr val="FFF100"/>
                </a:solidFill>
                <a:latin typeface="微软雅黑"/>
              </a:rPr>
              <a:t>绩效阈值管理</a:t>
            </a:r>
            <a:endParaRPr sz="125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302752" y="4498848"/>
            <a:ext cx="2834640" cy="43891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50" b="0">
                <a:solidFill>
                  <a:srgbClr val="B8C2CC"/>
                </a:solidFill>
                <a:latin typeface="微软雅黑"/>
              </a:rPr>
              <a:t>单位产值碳排放 / 单位产品碳排放</a:t>
            </a:r>
            <a:endParaRPr sz="10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275320" y="4818888"/>
            <a:ext cx="2880360" cy="2286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980" b="0">
                <a:solidFill>
                  <a:srgbClr val="FFAA33"/>
                </a:solidFill>
                <a:latin typeface="微软雅黑"/>
              </a:rPr>
              <a:t>阈值比对 → 预警提示 → 问题处理 → 关闭留痕</a:t>
            </a:r>
            <a:endParaRPr sz="980" b="0">
              <a:solidFill>
                <a:srgbClr val="FFAA33"/>
              </a:solidFill>
              <a:latin typeface="微软雅黑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694944" y="5376672"/>
            <a:ext cx="10844784" cy="475488"/>
          </a:xfrm>
          <a:prstGeom prst="roundRect">
            <a:avLst/>
          </a:prstGeom>
          <a:solidFill>
            <a:srgbClr val="0B1720"/>
          </a:solidFill>
          <a:ln w="1270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8" y="5440680"/>
            <a:ext cx="10561320" cy="32918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50" b="1">
                <a:solidFill>
                  <a:srgbClr val="F5F7FA"/>
                </a:solidFill>
                <a:latin typeface="微软雅黑"/>
              </a:rPr>
              <a:t>能力边界｜平台记录项目实施状态和投入信息，不替代专业项目建设管理系统。</a:t>
            </a:r>
            <a:endParaRPr sz="1150" b="1">
              <a:solidFill>
                <a:srgbClr val="F5F7F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46304"/>
            <a:ext cx="65836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20624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企业碳 + 产品碳，形成双维度精细核算能力</a:t>
            </a:r>
            <a:endParaRPr sz="2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0120"/>
            <a:ext cx="10972800" cy="13716"/>
          </a:xfrm>
          <a:prstGeom prst="rect">
            <a:avLst/>
          </a:prstGeom>
          <a:solidFill>
            <a:srgbClr val="15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B8C2CC"/>
                </a:solidFill>
                <a:latin typeface="微软雅黑"/>
              </a:rPr>
              <a:t>企业碳回答“哪里在排、排多少”；产品碳回答“哪个产品排多少、排放主要来自哪些环节”。</a:t>
            </a:r>
            <a:endParaRPr sz="14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58200" y="6565392"/>
            <a:ext cx="3337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A77"/>
                </a:solidFill>
                <a:latin typeface="微软雅黑"/>
              </a:rPr>
              <a:t>依据：能碳精细化管理平台蓝图 V3.0.1</a:t>
            </a:r>
            <a:endParaRPr sz="750" b="0">
              <a:solidFill>
                <a:srgbClr val="5C6A77"/>
              </a:solidFill>
              <a:latin typeface="微软雅黑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057400" y="1645920"/>
            <a:ext cx="8092440" cy="513715"/>
          </a:xfrm>
          <a:prstGeom prst="roundRect">
            <a:avLst/>
          </a:prstGeom>
          <a:solidFill>
            <a:srgbClr val="0A3152"/>
          </a:solidFill>
          <a:ln w="1651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0280" y="1764665"/>
            <a:ext cx="1920240" cy="2286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600" b="1">
                <a:solidFill>
                  <a:srgbClr val="FFF100"/>
                </a:solidFill>
                <a:latin typeface="微软雅黑"/>
              </a:rPr>
              <a:t>统一核算引擎</a:t>
            </a:r>
            <a:endParaRPr sz="16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069080" y="1764665"/>
            <a:ext cx="5852160" cy="25603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250" b="0">
                <a:solidFill>
                  <a:srgbClr val="F5F7FA"/>
                </a:solidFill>
                <a:latin typeface="微软雅黑"/>
              </a:rPr>
              <a:t>活动数据  +  排放因子  +  核算模型  +  边界 / 分配规则</a:t>
            </a:r>
            <a:endParaRPr sz="1250" b="0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56" name="Connector 55"/>
          <p:cNvCxnSpPr/>
          <p:nvPr/>
        </p:nvCxnSpPr>
        <p:spPr>
          <a:xfrm flipH="1">
            <a:off x="3337560" y="2304288"/>
            <a:ext cx="594360" cy="274320"/>
          </a:xfrm>
          <a:prstGeom prst="line">
            <a:avLst/>
          </a:prstGeom>
          <a:ln w="13970">
            <a:solidFill>
              <a:srgbClr val="10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275320" y="2304288"/>
            <a:ext cx="594360" cy="274320"/>
          </a:xfrm>
          <a:prstGeom prst="line">
            <a:avLst/>
          </a:prstGeom>
          <a:ln w="13970">
            <a:solidFill>
              <a:srgbClr val="27D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40080" y="2578735"/>
            <a:ext cx="5349240" cy="3557905"/>
          </a:xfrm>
          <a:prstGeom prst="roundRect">
            <a:avLst/>
          </a:prstGeom>
          <a:solidFill>
            <a:srgbClr val="071723"/>
          </a:solidFill>
          <a:ln w="1651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2697480"/>
            <a:ext cx="2011680" cy="31089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800" b="1">
                <a:solidFill>
                  <a:srgbClr val="FFF100"/>
                </a:solidFill>
                <a:latin typeface="微软雅黑"/>
              </a:rPr>
              <a:t>企业碳管理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68680" y="2999232"/>
            <a:ext cx="2103120" cy="2286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50" b="1">
                <a:solidFill>
                  <a:srgbClr val="27D7E8"/>
                </a:solidFill>
                <a:latin typeface="微软雅黑"/>
              </a:rPr>
              <a:t>组织维度穿透</a:t>
            </a:r>
            <a:endParaRPr sz="115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60120" y="3401568"/>
            <a:ext cx="233172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30" b="0">
                <a:solidFill>
                  <a:srgbClr val="F5F7FA"/>
                </a:solidFill>
                <a:latin typeface="微软雅黑"/>
              </a:rPr>
              <a:t>企业 / 组织</a:t>
            </a:r>
            <a:endParaRPr sz="11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960120" y="3875913"/>
            <a:ext cx="233172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30" b="0">
                <a:solidFill>
                  <a:srgbClr val="F5F7FA"/>
                </a:solidFill>
                <a:latin typeface="微软雅黑"/>
              </a:rPr>
              <a:t>工厂</a:t>
            </a:r>
            <a:endParaRPr sz="11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960120" y="4324857"/>
            <a:ext cx="233172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30" b="0">
                <a:solidFill>
                  <a:srgbClr val="F5F7FA"/>
                </a:solidFill>
                <a:latin typeface="微软雅黑"/>
              </a:rPr>
              <a:t>工序</a:t>
            </a:r>
            <a:endParaRPr sz="11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960120" y="4800473"/>
            <a:ext cx="233172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30" b="0">
                <a:solidFill>
                  <a:srgbClr val="F5F7FA"/>
                </a:solidFill>
                <a:latin typeface="微软雅黑"/>
              </a:rPr>
              <a:t>设备</a:t>
            </a:r>
            <a:endParaRPr sz="11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960120" y="5274818"/>
            <a:ext cx="233172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30" b="0">
                <a:solidFill>
                  <a:srgbClr val="F5F7FA"/>
                </a:solidFill>
                <a:latin typeface="微软雅黑"/>
              </a:rPr>
              <a:t>排放源</a:t>
            </a:r>
            <a:endParaRPr sz="113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975104" y="3705098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109DFF"/>
                </a:solidFill>
                <a:latin typeface="微软雅黑"/>
              </a:rPr>
              <a:t>↓</a:t>
            </a:r>
            <a:endParaRPr sz="10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975104" y="4167378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109DFF"/>
                </a:solidFill>
                <a:latin typeface="微软雅黑"/>
              </a:rPr>
              <a:t>↓</a:t>
            </a:r>
            <a:endParaRPr sz="10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975104" y="4629658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109DFF"/>
                </a:solidFill>
                <a:latin typeface="微软雅黑"/>
              </a:rPr>
              <a:t>↓</a:t>
            </a:r>
            <a:endParaRPr sz="10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975104" y="5104003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109DFF"/>
                </a:solidFill>
                <a:latin typeface="微软雅黑"/>
              </a:rPr>
              <a:t>↓</a:t>
            </a:r>
            <a:endParaRPr sz="10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547872" y="3236976"/>
            <a:ext cx="1508760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50" b="1">
                <a:solidFill>
                  <a:srgbClr val="27D7E8"/>
                </a:solidFill>
                <a:latin typeface="微软雅黑"/>
              </a:rPr>
              <a:t>核算结果</a:t>
            </a:r>
            <a:endParaRPr sz="115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502152" y="354787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排放总量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502152" y="395935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排放强度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502152" y="437083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月 / 季 / 年台账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3502152" y="478231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温室气体报告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14400" y="5655564"/>
            <a:ext cx="4526280" cy="20116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80" b="0">
                <a:solidFill>
                  <a:srgbClr val="B8C2CC"/>
                </a:solidFill>
                <a:latin typeface="微软雅黑"/>
              </a:rPr>
              <a:t>回答：企业哪里在排、排了多少？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6217920" y="2578735"/>
            <a:ext cx="5349240" cy="3557905"/>
          </a:xfrm>
          <a:prstGeom prst="roundRect">
            <a:avLst/>
          </a:prstGeom>
          <a:solidFill>
            <a:srgbClr val="071723"/>
          </a:solidFill>
          <a:ln w="1651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20" y="2697480"/>
            <a:ext cx="2011680" cy="31089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800" b="1">
                <a:solidFill>
                  <a:srgbClr val="FFF100"/>
                </a:solidFill>
                <a:latin typeface="微软雅黑"/>
              </a:rPr>
              <a:t>产品碳管理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446520" y="2999232"/>
            <a:ext cx="2377440" cy="2286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50" b="1">
                <a:solidFill>
                  <a:srgbClr val="35D2A0"/>
                </a:solidFill>
                <a:latin typeface="微软雅黑"/>
              </a:rPr>
              <a:t>生命周期 + 批次追溯</a:t>
            </a:r>
            <a:endParaRPr sz="1150" b="1">
              <a:solidFill>
                <a:srgbClr val="35D2A0"/>
              </a:solidFill>
              <a:latin typeface="微软雅黑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6537960" y="3401568"/>
            <a:ext cx="242316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00" b="0">
                <a:solidFill>
                  <a:srgbClr val="F5F7FA"/>
                </a:solidFill>
                <a:latin typeface="微软雅黑"/>
              </a:rPr>
              <a:t>产品</a:t>
            </a:r>
            <a:endParaRPr sz="11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6537960" y="3875913"/>
            <a:ext cx="242316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00" b="0">
                <a:solidFill>
                  <a:srgbClr val="F5F7FA"/>
                </a:solidFill>
                <a:latin typeface="微软雅黑"/>
              </a:rPr>
              <a:t>生产批次</a:t>
            </a:r>
            <a:endParaRPr sz="11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537960" y="4336922"/>
            <a:ext cx="242316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00" b="0">
                <a:solidFill>
                  <a:srgbClr val="F5F7FA"/>
                </a:solidFill>
                <a:latin typeface="微软雅黑"/>
              </a:rPr>
              <a:t>生命周期阶段</a:t>
            </a:r>
            <a:endParaRPr sz="11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6537960" y="4811268"/>
            <a:ext cx="242316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00" b="0">
                <a:solidFill>
                  <a:srgbClr val="F5F7FA"/>
                </a:solidFill>
                <a:latin typeface="微软雅黑"/>
              </a:rPr>
              <a:t>工序 / 过程</a:t>
            </a:r>
            <a:endParaRPr sz="11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6537960" y="5268468"/>
            <a:ext cx="2423160" cy="29260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100" b="0">
                <a:solidFill>
                  <a:srgbClr val="F5F7FA"/>
                </a:solidFill>
                <a:latin typeface="微软雅黑"/>
              </a:rPr>
              <a:t>物料 / 能源 / 运输</a:t>
            </a:r>
            <a:endParaRPr sz="11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616952" y="3693033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27D7E8"/>
                </a:solidFill>
                <a:latin typeface="微软雅黑"/>
              </a:rPr>
              <a:t>↓</a:t>
            </a:r>
            <a:endParaRPr sz="10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616952" y="4167378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27D7E8"/>
                </a:solidFill>
                <a:latin typeface="微软雅黑"/>
              </a:rPr>
              <a:t>↓</a:t>
            </a:r>
            <a:endParaRPr sz="10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616952" y="4617593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27D7E8"/>
                </a:solidFill>
                <a:latin typeface="微软雅黑"/>
              </a:rPr>
              <a:t>↓</a:t>
            </a:r>
            <a:endParaRPr sz="10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616952" y="5104003"/>
            <a:ext cx="274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27D7E8"/>
                </a:solidFill>
                <a:latin typeface="微软雅黑"/>
              </a:rPr>
              <a:t>↓</a:t>
            </a:r>
            <a:endParaRPr sz="10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9217152" y="3236976"/>
            <a:ext cx="1508760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150" b="1">
                <a:solidFill>
                  <a:srgbClr val="35D2A0"/>
                </a:solidFill>
                <a:latin typeface="微软雅黑"/>
              </a:rPr>
              <a:t>分析结果</a:t>
            </a:r>
            <a:endParaRPr sz="1150" b="1">
              <a:solidFill>
                <a:srgbClr val="35D2A0"/>
              </a:solidFill>
              <a:latin typeface="微软雅黑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9171432" y="354787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阶段贡献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9171432" y="395935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热点环节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9171432" y="437083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排放构成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9171432" y="4782312"/>
            <a:ext cx="1600200" cy="301752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0">
                <a:solidFill>
                  <a:srgbClr val="F5F7FA"/>
                </a:solidFill>
                <a:latin typeface="微软雅黑"/>
              </a:rPr>
              <a:t>碳足迹报告</a:t>
            </a:r>
            <a:endParaRPr sz="105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537960" y="5655564"/>
            <a:ext cx="4526280" cy="20116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80" b="0">
                <a:solidFill>
                  <a:srgbClr val="B8C2CC"/>
                </a:solidFill>
                <a:latin typeface="微软雅黑"/>
              </a:rPr>
              <a:t>回答：哪个产品排多少、排放主要来自哪些环节？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46304"/>
            <a:ext cx="65836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20624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统一碳数据治理，建立可信碳数据底座</a:t>
            </a:r>
            <a:endParaRPr sz="2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0120"/>
            <a:ext cx="10972800" cy="13716"/>
          </a:xfrm>
          <a:prstGeom prst="rect">
            <a:avLst/>
          </a:prstGeom>
          <a:solidFill>
            <a:srgbClr val="15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40" b="0">
                <a:solidFill>
                  <a:srgbClr val="B8C2CC"/>
                </a:solidFill>
                <a:latin typeface="微软雅黑"/>
              </a:rPr>
              <a:t>让每一条碳数据“有来源、有凭证、有规则、有版本、可追溯”。</a:t>
            </a:r>
            <a:endParaRPr sz="144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10058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7D7E8"/>
                </a:solidFill>
                <a:latin typeface="微软雅黑"/>
              </a:rPr>
              <a:t>多源接入</a:t>
            </a:r>
            <a:endParaRPr sz="12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08760" y="1682496"/>
            <a:ext cx="1298448" cy="384048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691640"/>
            <a:ext cx="1243584" cy="3657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7FA"/>
                </a:solidFill>
                <a:latin typeface="微软雅黑"/>
              </a:rPr>
              <a:t>EMS 能源</a:t>
            </a:r>
            <a:endParaRPr sz="970" b="1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157984" y="2103120"/>
            <a:ext cx="3739896" cy="384048"/>
          </a:xfrm>
          <a:prstGeom prst="line">
            <a:avLst/>
          </a:prstGeom>
          <a:ln w="1016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39" y="1682496"/>
            <a:ext cx="1298448" cy="384048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1" y="1691640"/>
            <a:ext cx="1243584" cy="3657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7FA"/>
                </a:solidFill>
                <a:latin typeface="微软雅黑"/>
              </a:rPr>
              <a:t>MES 生产</a:t>
            </a:r>
            <a:endParaRPr sz="970" b="1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712463" y="2103120"/>
            <a:ext cx="2185417" cy="384048"/>
          </a:xfrm>
          <a:prstGeom prst="line">
            <a:avLst/>
          </a:prstGeom>
          <a:ln w="1016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1682496"/>
            <a:ext cx="1298448" cy="384048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691640"/>
            <a:ext cx="1243584" cy="3657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7FA"/>
                </a:solidFill>
                <a:latin typeface="微软雅黑"/>
              </a:rPr>
              <a:t>ERP 采购</a:t>
            </a:r>
            <a:endParaRPr sz="970" b="1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266944" y="2103120"/>
            <a:ext cx="630936" cy="384048"/>
          </a:xfrm>
          <a:prstGeom prst="line">
            <a:avLst/>
          </a:prstGeom>
          <a:ln w="1016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72200" y="1682496"/>
            <a:ext cx="1298448" cy="384048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91640"/>
            <a:ext cx="1243584" cy="3657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7FA"/>
                </a:solidFill>
                <a:latin typeface="微软雅黑"/>
              </a:rPr>
              <a:t>WMS 仓储</a:t>
            </a:r>
            <a:endParaRPr sz="970" b="1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18" name="Connector 17"/>
          <p:cNvCxnSpPr/>
          <p:nvPr/>
        </p:nvCxnSpPr>
        <p:spPr>
          <a:xfrm flipH="1">
            <a:off x="5897880" y="2103120"/>
            <a:ext cx="923543" cy="384048"/>
          </a:xfrm>
          <a:prstGeom prst="line">
            <a:avLst/>
          </a:prstGeom>
          <a:ln w="1016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1682496"/>
            <a:ext cx="1298448" cy="384048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54111" y="1691640"/>
            <a:ext cx="1243584" cy="3657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7FA"/>
                </a:solidFill>
                <a:latin typeface="微软雅黑"/>
              </a:rPr>
              <a:t>TMS 物流</a:t>
            </a:r>
            <a:endParaRPr sz="970" b="1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21" name="Connector 20"/>
          <p:cNvCxnSpPr/>
          <p:nvPr/>
        </p:nvCxnSpPr>
        <p:spPr>
          <a:xfrm flipH="1">
            <a:off x="5897880" y="2103120"/>
            <a:ext cx="2478024" cy="384048"/>
          </a:xfrm>
          <a:prstGeom prst="line">
            <a:avLst/>
          </a:prstGeom>
          <a:ln w="1016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81160" y="1682496"/>
            <a:ext cx="1298448" cy="384048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691640"/>
            <a:ext cx="1243584" cy="36575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70" b="1">
                <a:solidFill>
                  <a:srgbClr val="F5F7FA"/>
                </a:solidFill>
                <a:latin typeface="微软雅黑"/>
              </a:rPr>
              <a:t>IoT / 计量</a:t>
            </a:r>
            <a:endParaRPr sz="970" b="1">
              <a:solidFill>
                <a:srgbClr val="F5F7FA"/>
              </a:solidFill>
              <a:latin typeface="微软雅黑"/>
            </a:endParaRPr>
          </a:p>
        </p:txBody>
      </p:sp>
      <p:cxnSp>
        <p:nvCxnSpPr>
          <p:cNvPr id="24" name="Connector 23"/>
          <p:cNvCxnSpPr/>
          <p:nvPr/>
        </p:nvCxnSpPr>
        <p:spPr>
          <a:xfrm flipH="1">
            <a:off x="5897880" y="2103120"/>
            <a:ext cx="4032504" cy="384048"/>
          </a:xfrm>
          <a:prstGeom prst="line">
            <a:avLst/>
          </a:prstGeom>
          <a:ln w="10160">
            <a:solidFill>
              <a:srgbClr val="125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66160" y="2432304"/>
            <a:ext cx="4709160" cy="1078992"/>
          </a:xfrm>
          <a:prstGeom prst="roundRect">
            <a:avLst/>
          </a:prstGeom>
          <a:solidFill>
            <a:srgbClr val="0A2437"/>
          </a:solidFill>
          <a:ln w="1905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0" y="2787650"/>
            <a:ext cx="1812290" cy="3683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100"/>
                </a:solidFill>
                <a:latin typeface="微软雅黑"/>
              </a:rPr>
              <a:t>碳数据治理中心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72200" y="2618105"/>
            <a:ext cx="1428115" cy="70675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171450" indent="-17145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sz="1000" b="0">
                <a:solidFill>
                  <a:srgbClr val="F5F7FA"/>
                </a:solidFill>
                <a:latin typeface="微软雅黑"/>
              </a:rPr>
              <a:t>业务对象映射 </a:t>
            </a:r>
            <a:endParaRPr sz="1000" b="0">
              <a:solidFill>
                <a:srgbClr val="F5F7FA"/>
              </a:solidFill>
              <a:latin typeface="微软雅黑"/>
            </a:endParaRPr>
          </a:p>
          <a:p>
            <a:pPr marL="171450" indent="-17145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sz="1000" b="0">
                <a:solidFill>
                  <a:srgbClr val="F5F7FA"/>
                </a:solidFill>
                <a:latin typeface="微软雅黑"/>
              </a:rPr>
              <a:t>单位/周期转换 </a:t>
            </a:r>
            <a:endParaRPr sz="1000" b="0">
              <a:solidFill>
                <a:srgbClr val="F5F7FA"/>
              </a:solidFill>
              <a:latin typeface="微软雅黑"/>
            </a:endParaRPr>
          </a:p>
          <a:p>
            <a:pPr marL="171450" indent="-17145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sz="1000" b="0">
                <a:solidFill>
                  <a:srgbClr val="F5F7FA"/>
                </a:solidFill>
                <a:latin typeface="微软雅黑"/>
              </a:rPr>
              <a:t>完整性校验  </a:t>
            </a:r>
            <a:endParaRPr sz="1000" b="0">
              <a:solidFill>
                <a:srgbClr val="F5F7FA"/>
              </a:solidFill>
              <a:latin typeface="微软雅黑"/>
            </a:endParaRPr>
          </a:p>
          <a:p>
            <a:pPr marL="171450" indent="-171450" algn="l"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sz="1000" b="0">
                <a:solidFill>
                  <a:srgbClr val="F5F7FA"/>
                </a:solidFill>
                <a:latin typeface="微软雅黑"/>
              </a:rPr>
              <a:t>异常检测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3822191"/>
            <a:ext cx="10972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7D7E8"/>
                </a:solidFill>
                <a:latin typeface="微软雅黑"/>
              </a:rPr>
              <a:t>质量保障</a:t>
            </a:r>
            <a:endParaRPr sz="12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13232" y="4160520"/>
            <a:ext cx="2788920" cy="548640"/>
          </a:xfrm>
          <a:prstGeom prst="roundRect">
            <a:avLst/>
          </a:prstGeom>
          <a:solidFill>
            <a:srgbClr val="071722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251959"/>
            <a:ext cx="84124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5F7FA"/>
                </a:solidFill>
                <a:latin typeface="微软雅黑"/>
              </a:rPr>
              <a:t>原始数据</a:t>
            </a:r>
            <a:endParaRPr sz="12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55648" y="4251959"/>
            <a:ext cx="152704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70" b="0">
                <a:solidFill>
                  <a:srgbClr val="B8C2CC"/>
                </a:solidFill>
                <a:latin typeface="微软雅黑"/>
              </a:rPr>
              <a:t>保留源系统编码与原值</a:t>
            </a:r>
            <a:endParaRPr sz="87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13232" y="4818888"/>
            <a:ext cx="2788920" cy="548640"/>
          </a:xfrm>
          <a:prstGeom prst="roundRect">
            <a:avLst/>
          </a:prstGeom>
          <a:solidFill>
            <a:srgbClr val="071722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910327"/>
            <a:ext cx="84124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5F7FA"/>
                </a:solidFill>
                <a:latin typeface="微软雅黑"/>
              </a:rPr>
              <a:t>凭证关联</a:t>
            </a:r>
            <a:endParaRPr sz="12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55648" y="4910327"/>
            <a:ext cx="152704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70" b="0">
                <a:solidFill>
                  <a:srgbClr val="B8C2CC"/>
                </a:solidFill>
                <a:latin typeface="微软雅黑"/>
              </a:rPr>
              <a:t>附件 / 来源 / 证明材料</a:t>
            </a:r>
            <a:endParaRPr sz="87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13232" y="5477256"/>
            <a:ext cx="2788920" cy="548640"/>
          </a:xfrm>
          <a:prstGeom prst="roundRect">
            <a:avLst/>
          </a:prstGeom>
          <a:solidFill>
            <a:srgbClr val="071722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568696"/>
            <a:ext cx="84124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5F7FA"/>
                </a:solidFill>
                <a:latin typeface="微软雅黑"/>
              </a:rPr>
              <a:t>计量器具</a:t>
            </a:r>
            <a:endParaRPr sz="12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55648" y="5568696"/>
            <a:ext cx="152704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70" b="0">
                <a:solidFill>
                  <a:srgbClr val="B8C2CC"/>
                </a:solidFill>
                <a:latin typeface="微软雅黑"/>
              </a:rPr>
              <a:t>点位 / 校准 / 证书 / 状态</a:t>
            </a:r>
            <a:endParaRPr sz="87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03920" y="3822191"/>
            <a:ext cx="10972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7D7E8"/>
                </a:solidFill>
                <a:latin typeface="微软雅黑"/>
              </a:rPr>
              <a:t>核算追溯</a:t>
            </a:r>
            <a:endParaRPr sz="12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94192" y="4160520"/>
            <a:ext cx="2788920" cy="548640"/>
          </a:xfrm>
          <a:prstGeom prst="roundRect">
            <a:avLst/>
          </a:prstGeom>
          <a:solidFill>
            <a:srgbClr val="071722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13648" y="4306569"/>
            <a:ext cx="8686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5F7FA"/>
                </a:solidFill>
                <a:latin typeface="微软雅黑"/>
              </a:rPr>
              <a:t>因子版本</a:t>
            </a:r>
            <a:endParaRPr sz="12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464040" y="4277360"/>
            <a:ext cx="1611630" cy="223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>
                <a:solidFill>
                  <a:srgbClr val="B8C2CC"/>
                </a:solidFill>
                <a:latin typeface="微软雅黑"/>
              </a:rPr>
              <a:t>变更形成新版本，不覆盖历史</a:t>
            </a:r>
            <a:endParaRPr sz="86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394192" y="4818888"/>
            <a:ext cx="2788920" cy="548640"/>
          </a:xfrm>
          <a:prstGeom prst="roundRect">
            <a:avLst/>
          </a:prstGeom>
          <a:solidFill>
            <a:srgbClr val="071722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13648" y="4983352"/>
            <a:ext cx="86868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5F7FA"/>
                </a:solidFill>
                <a:latin typeface="微软雅黑"/>
              </a:rPr>
              <a:t>结果版本</a:t>
            </a:r>
            <a:endParaRPr sz="12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64040" y="4910327"/>
            <a:ext cx="1490472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>
                <a:solidFill>
                  <a:srgbClr val="B8C2CC"/>
                </a:solidFill>
                <a:latin typeface="微软雅黑"/>
              </a:rPr>
              <a:t>重新计算形成新结果版本</a:t>
            </a:r>
            <a:endParaRPr sz="86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394192" y="5477256"/>
            <a:ext cx="2788920" cy="548640"/>
          </a:xfrm>
          <a:prstGeom prst="roundRect">
            <a:avLst/>
          </a:prstGeom>
          <a:solidFill>
            <a:srgbClr val="071722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13775" y="5550535"/>
            <a:ext cx="922655" cy="274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5F7FA"/>
                </a:solidFill>
                <a:latin typeface="微软雅黑"/>
              </a:rPr>
              <a:t>全过程留痕</a:t>
            </a:r>
            <a:endParaRPr sz="12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464040" y="5523230"/>
            <a:ext cx="1611630" cy="32004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860" b="0">
                <a:solidFill>
                  <a:srgbClr val="B8C2CC"/>
                </a:solidFill>
                <a:latin typeface="微软雅黑"/>
              </a:rPr>
              <a:t>人员 / 时间 / 原因 / 引用关系</a:t>
            </a:r>
            <a:endParaRPr sz="86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77056" y="3858768"/>
            <a:ext cx="15087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7D7E8"/>
                </a:solidFill>
                <a:latin typeface="微软雅黑"/>
              </a:rPr>
              <a:t>穿透追溯链</a:t>
            </a:r>
            <a:endParaRPr sz="12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657600" y="4297680"/>
            <a:ext cx="640080" cy="338328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85032" y="4306824"/>
            <a:ext cx="58521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5F7FA"/>
                </a:solidFill>
                <a:latin typeface="微软雅黑"/>
              </a:rPr>
              <a:t>源数据</a:t>
            </a:r>
            <a:endParaRPr sz="88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97680" y="4352544"/>
            <a:ext cx="10972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09DFF"/>
                </a:solidFill>
                <a:latin typeface="微软雅黑"/>
              </a:rPr>
              <a:t>→</a:t>
            </a:r>
            <a:endParaRPr sz="95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4407408" y="4297680"/>
            <a:ext cx="640080" cy="338328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4840" y="4306824"/>
            <a:ext cx="58521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5F7FA"/>
                </a:solidFill>
                <a:latin typeface="微软雅黑"/>
              </a:rPr>
              <a:t>活动数据</a:t>
            </a:r>
            <a:endParaRPr sz="88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047488" y="4352544"/>
            <a:ext cx="10972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09DFF"/>
                </a:solidFill>
                <a:latin typeface="微软雅黑"/>
              </a:rPr>
              <a:t>→</a:t>
            </a:r>
            <a:endParaRPr sz="95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5157216" y="4297680"/>
            <a:ext cx="640080" cy="338328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84648" y="4306824"/>
            <a:ext cx="58521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5F7FA"/>
                </a:solidFill>
                <a:latin typeface="微软雅黑"/>
              </a:rPr>
              <a:t>排放因子</a:t>
            </a:r>
            <a:endParaRPr sz="88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97296" y="4352544"/>
            <a:ext cx="10972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09DFF"/>
                </a:solidFill>
                <a:latin typeface="微软雅黑"/>
              </a:rPr>
              <a:t>→</a:t>
            </a:r>
            <a:endParaRPr sz="95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907024" y="4297680"/>
            <a:ext cx="640080" cy="338328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1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34456" y="4306824"/>
            <a:ext cx="58521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5F7FA"/>
                </a:solidFill>
                <a:latin typeface="微软雅黑"/>
              </a:rPr>
              <a:t>核算模型</a:t>
            </a:r>
            <a:endParaRPr sz="88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547104" y="4352544"/>
            <a:ext cx="10972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09DFF"/>
                </a:solidFill>
                <a:latin typeface="微软雅黑"/>
              </a:rPr>
              <a:t>→</a:t>
            </a:r>
            <a:endParaRPr sz="95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656831" y="4297680"/>
            <a:ext cx="640080" cy="338328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84264" y="4306824"/>
            <a:ext cx="58521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5F7FA"/>
                </a:solidFill>
                <a:latin typeface="微软雅黑"/>
              </a:rPr>
              <a:t>核算结果</a:t>
            </a:r>
            <a:endParaRPr sz="88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296912" y="4352544"/>
            <a:ext cx="10972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09DFF"/>
                </a:solidFill>
                <a:latin typeface="微软雅黑"/>
              </a:rPr>
              <a:t>→</a:t>
            </a:r>
            <a:endParaRPr sz="95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406640" y="4297680"/>
            <a:ext cx="640080" cy="338328"/>
          </a:xfrm>
          <a:prstGeom prst="roundRect">
            <a:avLst/>
          </a:prstGeom>
          <a:solidFill>
            <a:srgbClr val="07131C"/>
          </a:solidFill>
          <a:ln w="1143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34071" y="4306824"/>
            <a:ext cx="585215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F5F7FA"/>
                </a:solidFill>
                <a:latin typeface="微软雅黑"/>
              </a:rPr>
              <a:t>报告</a:t>
            </a:r>
            <a:endParaRPr sz="88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794760" y="4983480"/>
            <a:ext cx="42062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100"/>
                </a:solidFill>
                <a:latin typeface="微软雅黑"/>
              </a:rPr>
              <a:t>“One Fact in One Place”</a:t>
            </a:r>
            <a:endParaRPr sz="15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794760" y="5330952"/>
            <a:ext cx="420624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B8C2CC"/>
                </a:solidFill>
                <a:latin typeface="微软雅黑"/>
              </a:rPr>
              <a:t>统一口径 · 数据质量 · 可核查 · 可复算</a:t>
            </a:r>
            <a:endParaRPr sz="103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458200" y="6565392"/>
            <a:ext cx="3337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A77"/>
                </a:solidFill>
                <a:latin typeface="微软雅黑"/>
              </a:rPr>
              <a:t>依据：能碳精细化管理平台蓝图 V3.0.1</a:t>
            </a:r>
            <a:endParaRPr sz="750" b="0">
              <a:solidFill>
                <a:srgbClr val="5C6A7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46304"/>
            <a:ext cx="65836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20624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模型、因子与供应链协同，支撑多场景碳核算</a:t>
            </a:r>
            <a:endParaRPr sz="2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0120"/>
            <a:ext cx="10972800" cy="13716"/>
          </a:xfrm>
          <a:prstGeom prst="rect">
            <a:avLst/>
          </a:prstGeom>
          <a:solidFill>
            <a:srgbClr val="15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B8C2CC"/>
                </a:solidFill>
                <a:latin typeface="微软雅黑"/>
              </a:rPr>
              <a:t>将核算规则从“写死公式”转为可配置、可复用、可版本管理的企业级碳核算能力。</a:t>
            </a:r>
            <a:endParaRPr sz="14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1389888"/>
          </a:xfrm>
          <a:prstGeom prst="roundRect">
            <a:avLst/>
          </a:prstGeom>
          <a:solidFill>
            <a:srgbClr val="071723"/>
          </a:solidFill>
          <a:ln w="1524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947672"/>
            <a:ext cx="420624" cy="420624"/>
          </a:xfrm>
          <a:prstGeom prst="ellipse">
            <a:avLst/>
          </a:prstGeom>
          <a:solidFill>
            <a:srgbClr val="06131C"/>
          </a:solidFill>
          <a:ln w="1524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4767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9DFF"/>
                </a:solidFill>
                <a:latin typeface="微软雅黑"/>
              </a:rPr>
              <a:t>1</a:t>
            </a:r>
            <a:endParaRPr sz="1600" b="1">
              <a:solidFill>
                <a:srgbClr val="109DFF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1911095"/>
            <a:ext cx="252374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7FA"/>
                </a:solidFill>
                <a:latin typeface="微软雅黑"/>
              </a:rPr>
              <a:t>方法学与计算模型</a:t>
            </a:r>
            <a:endParaRPr sz="16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2276856"/>
            <a:ext cx="2523744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2CC"/>
                </a:solidFill>
                <a:latin typeface="微软雅黑"/>
              </a:rPr>
              <a:t>统一管理组织边界、排放源、计算公式与参数；支持因子法、质量平衡法、实测法。</a:t>
            </a:r>
            <a:endParaRPr sz="10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01568" cy="1389888"/>
          </a:xfrm>
          <a:prstGeom prst="roundRect">
            <a:avLst/>
          </a:prstGeom>
          <a:solidFill>
            <a:srgbClr val="071723"/>
          </a:solidFill>
          <a:ln w="1524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79" y="1947672"/>
            <a:ext cx="420624" cy="420624"/>
          </a:xfrm>
          <a:prstGeom prst="ellipse">
            <a:avLst/>
          </a:prstGeom>
          <a:solidFill>
            <a:srgbClr val="06131C"/>
          </a:solidFill>
          <a:ln w="1524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94767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7D7E8"/>
                </a:solidFill>
                <a:latin typeface="微软雅黑"/>
              </a:rPr>
              <a:t>2</a:t>
            </a:r>
            <a:endParaRPr sz="16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74920" y="1911095"/>
            <a:ext cx="252374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7FA"/>
                </a:solidFill>
                <a:latin typeface="微软雅黑"/>
              </a:rPr>
              <a:t>排放因子 / LCA 数据库</a:t>
            </a:r>
            <a:endParaRPr sz="16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74920" y="2276856"/>
            <a:ext cx="2523744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2CC"/>
                </a:solidFill>
                <a:latin typeface="微软雅黑"/>
              </a:rPr>
              <a:t>开源、外部与企业自有数据沉淀；记录来源、地区、年份、适用说明与版本。</a:t>
            </a:r>
            <a:endParaRPr sz="10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65008" y="1783080"/>
            <a:ext cx="3401568" cy="1389888"/>
          </a:xfrm>
          <a:prstGeom prst="roundRect">
            <a:avLst/>
          </a:prstGeom>
          <a:solidFill>
            <a:srgbClr val="071723"/>
          </a:solidFill>
          <a:ln w="1524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0" y="1947672"/>
            <a:ext cx="420624" cy="420624"/>
          </a:xfrm>
          <a:prstGeom prst="ellipse">
            <a:avLst/>
          </a:prstGeom>
          <a:solidFill>
            <a:srgbClr val="06131C"/>
          </a:solidFill>
          <a:ln w="1524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35D2A0"/>
                </a:solidFill>
                <a:latin typeface="微软雅黑"/>
              </a:rPr>
              <a:t>3</a:t>
            </a:r>
            <a:endParaRPr sz="1600" b="1">
              <a:solidFill>
                <a:srgbClr val="35D2A0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78240" y="1911095"/>
            <a:ext cx="252374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7FA"/>
                </a:solidFill>
                <a:latin typeface="微软雅黑"/>
              </a:rPr>
              <a:t>生命周期模型</a:t>
            </a:r>
            <a:endParaRPr sz="16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78240" y="2276856"/>
            <a:ext cx="2523744" cy="7955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B8C2CC"/>
                </a:solidFill>
                <a:latin typeface="微软雅黑"/>
              </a:rPr>
              <a:t>支持摇篮到大门、门到门等边界；模型复制、引用、版本管理与过程复用。</a:t>
            </a:r>
            <a:endParaRPr sz="105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401568"/>
            <a:ext cx="1417320" cy="23774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7D7E8"/>
                </a:solidFill>
                <a:latin typeface="微软雅黑"/>
              </a:rPr>
              <a:t>多标准 / 多场景</a:t>
            </a:r>
            <a:endParaRPr sz="115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057400" y="3291840"/>
            <a:ext cx="1234440" cy="347472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1" y="3300984"/>
            <a:ext cx="117957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F5F7FA"/>
                </a:solidFill>
                <a:latin typeface="微软雅黑"/>
              </a:rPr>
              <a:t>GB/T 32150</a:t>
            </a:r>
            <a:endParaRPr sz="9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83864" y="3291840"/>
            <a:ext cx="1234440" cy="347472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3300984"/>
            <a:ext cx="117957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F5F7FA"/>
                </a:solidFill>
                <a:latin typeface="微软雅黑"/>
              </a:rPr>
              <a:t>ISO 14064</a:t>
            </a:r>
            <a:endParaRPr sz="9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10328" y="3291840"/>
            <a:ext cx="1234440" cy="347472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12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3300984"/>
            <a:ext cx="117957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F5F7FA"/>
                </a:solidFill>
                <a:latin typeface="微软雅黑"/>
              </a:rPr>
              <a:t>ISO 14067</a:t>
            </a:r>
            <a:endParaRPr sz="9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36792" y="3291840"/>
            <a:ext cx="1234440" cy="347472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3300984"/>
            <a:ext cx="117957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F5F7FA"/>
                </a:solidFill>
                <a:latin typeface="微软雅黑"/>
              </a:rPr>
              <a:t>CBAM</a:t>
            </a:r>
            <a:endParaRPr sz="9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763256" y="3291840"/>
            <a:ext cx="1234440" cy="347472"/>
          </a:xfrm>
          <a:prstGeom prst="roundRect">
            <a:avLst/>
          </a:prstGeom>
          <a:solidFill>
            <a:srgbClr val="06131C"/>
          </a:solidFill>
          <a:ln w="1143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3300984"/>
            <a:ext cx="117957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20" b="1">
                <a:solidFill>
                  <a:srgbClr val="F5F7FA"/>
                </a:solidFill>
                <a:latin typeface="微软雅黑"/>
              </a:rPr>
              <a:t>EPD</a:t>
            </a:r>
            <a:endParaRPr sz="92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3977639"/>
            <a:ext cx="160020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7D7E8"/>
                </a:solidFill>
                <a:latin typeface="微软雅黑"/>
              </a:rPr>
              <a:t>供应链碳数据协同</a:t>
            </a:r>
            <a:endParaRPr sz="12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85800" y="4315968"/>
            <a:ext cx="2331720" cy="1572768"/>
          </a:xfrm>
          <a:prstGeom prst="roundRect">
            <a:avLst/>
          </a:prstGeom>
          <a:solidFill>
            <a:srgbClr val="071722"/>
          </a:solidFill>
          <a:ln w="1397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4480560"/>
            <a:ext cx="17373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100"/>
                </a:solidFill>
                <a:latin typeface="微软雅黑"/>
              </a:rPr>
              <a:t>上游供应商</a:t>
            </a:r>
            <a:endParaRPr sz="15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2688" y="4828032"/>
            <a:ext cx="187451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在线填报 / 接口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2688" y="5056632"/>
            <a:ext cx="187451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产品碳足迹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2688" y="5285232"/>
            <a:ext cx="187451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原材料排放因子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32688" y="5513832"/>
            <a:ext cx="1874519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核查报告 / 凭证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224528" y="4315968"/>
            <a:ext cx="3063240" cy="1572768"/>
          </a:xfrm>
          <a:prstGeom prst="roundRect">
            <a:avLst/>
          </a:prstGeom>
          <a:solidFill>
            <a:srgbClr val="0A2437"/>
          </a:solidFill>
          <a:ln w="1778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4535424"/>
            <a:ext cx="2057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100"/>
                </a:solidFill>
                <a:latin typeface="微软雅黑"/>
              </a:rPr>
              <a:t>CMS 统一协同</a:t>
            </a:r>
            <a:endParaRPr sz="17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54880" y="4919472"/>
            <a:ext cx="1965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F7FA"/>
                </a:solidFill>
                <a:latin typeface="微软雅黑"/>
              </a:rPr>
              <a:t>自动汇聚 · 审核确认
权限授权 · 版本管理
全程留痕 · 数据溯源</a:t>
            </a:r>
            <a:endParaRPr sz="100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485632" y="4315968"/>
            <a:ext cx="2468880" cy="1572768"/>
          </a:xfrm>
          <a:prstGeom prst="roundRect">
            <a:avLst/>
          </a:prstGeom>
          <a:solidFill>
            <a:srgbClr val="071722"/>
          </a:solidFill>
          <a:ln w="1397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20" y="4480560"/>
            <a:ext cx="196596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100"/>
                </a:solidFill>
                <a:latin typeface="微软雅黑"/>
              </a:rPr>
              <a:t>下游客户 / 披露</a:t>
            </a:r>
            <a:endParaRPr sz="15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705088" y="4828032"/>
            <a:ext cx="20116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碳足迹报告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05088" y="5056632"/>
            <a:ext cx="20116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碳声明 / 电子证书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05088" y="5285232"/>
            <a:ext cx="20116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在线调阅 / 数据共享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705088" y="5513832"/>
            <a:ext cx="2011680" cy="2194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• 绿色采购 / 国际贸易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3072384" y="5093208"/>
            <a:ext cx="1088136" cy="0"/>
          </a:xfrm>
          <a:prstGeom prst="line">
            <a:avLst/>
          </a:prstGeom>
          <a:ln w="20320">
            <a:solidFill>
              <a:srgbClr val="10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342631" y="5093208"/>
            <a:ext cx="1088137" cy="0"/>
          </a:xfrm>
          <a:prstGeom prst="line">
            <a:avLst/>
          </a:prstGeom>
          <a:ln w="20320">
            <a:solidFill>
              <a:srgbClr val="35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458200" y="6565392"/>
            <a:ext cx="33375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5C6A77"/>
                </a:solidFill>
                <a:latin typeface="微软雅黑"/>
              </a:rPr>
              <a:t>依据：能碳精细化管理平台蓝图 V3.0.1</a:t>
            </a:r>
            <a:endParaRPr sz="750" b="0">
              <a:solidFill>
                <a:srgbClr val="5C6A77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46304"/>
            <a:ext cx="65836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420624"/>
            <a:ext cx="10881360" cy="3689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400" b="1">
                <a:solidFill>
                  <a:srgbClr val="F5F7FA"/>
                </a:solidFill>
                <a:latin typeface="微软雅黑"/>
              </a:rPr>
              <a:t>碳资产 + 碳普惠成果管理，拓展绿色价值运营能力</a:t>
            </a:r>
            <a:endParaRPr sz="2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960120"/>
            <a:ext cx="10972800" cy="13716"/>
          </a:xfrm>
          <a:prstGeom prst="rect">
            <a:avLst/>
          </a:prstGeom>
          <a:solidFill>
            <a:srgbClr val="15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20" b="0">
                <a:solidFill>
                  <a:srgbClr val="B8C2CC"/>
                </a:solidFill>
                <a:latin typeface="微软雅黑"/>
              </a:rPr>
              <a:t>一侧管理“履约与碳约束”，另一侧对碳普惠认证结果及交易数据进行台账化记录。</a:t>
            </a:r>
            <a:endParaRPr sz="14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6" name="Oval 5"/>
          <p:cNvSpPr/>
          <p:nvPr/>
        </p:nvSpPr>
        <p:spPr>
          <a:xfrm>
            <a:off x="4828032" y="2423160"/>
            <a:ext cx="2514600" cy="2514600"/>
          </a:xfrm>
          <a:prstGeom prst="ellipse">
            <a:avLst/>
          </a:prstGeom>
          <a:solidFill>
            <a:srgbClr val="06131C"/>
          </a:solidFill>
          <a:ln w="2667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94376" y="2889504"/>
            <a:ext cx="157276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100"/>
                </a:solidFill>
                <a:latin typeface="微软雅黑"/>
              </a:rPr>
              <a:t>碳价值</a:t>
            </a:r>
            <a:endParaRPr sz="22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8112" y="3291840"/>
            <a:ext cx="1225296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100"/>
                </a:solidFill>
                <a:latin typeface="微软雅黑"/>
              </a:rPr>
              <a:t>运营</a:t>
            </a:r>
            <a:endParaRPr sz="22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47488" y="3803904"/>
            <a:ext cx="205740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0">
                <a:solidFill>
                  <a:srgbClr val="B8C2CC"/>
                </a:solidFill>
                <a:latin typeface="微软雅黑"/>
              </a:rPr>
              <a:t>排放结果 × 资产台账 × 碳普惠成果</a:t>
            </a:r>
            <a:endParaRPr sz="12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822191" cy="4343400"/>
          </a:xfrm>
          <a:prstGeom prst="roundRect">
            <a:avLst/>
          </a:prstGeom>
          <a:solidFill>
            <a:srgbClr val="071722"/>
          </a:solidFill>
          <a:ln w="1651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984248"/>
            <a:ext cx="148132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100"/>
                </a:solidFill>
                <a:latin typeface="微软雅黑"/>
              </a:rPr>
              <a:t>碳资产管理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2304288"/>
            <a:ext cx="219456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1">
                <a:solidFill>
                  <a:srgbClr val="27D7E8"/>
                </a:solidFill>
                <a:latin typeface="微软雅黑"/>
              </a:rPr>
              <a:t>聚焦碳市场履约与配额</a:t>
            </a:r>
            <a:endParaRPr sz="102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32461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>
                <a:solidFill>
                  <a:srgbClr val="F5F7FA"/>
                </a:solidFill>
                <a:latin typeface="微软雅黑"/>
              </a:rPr>
              <a:t>• 碳交易记录与凭证</a:t>
            </a:r>
            <a:endParaRPr sz="102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3218687"/>
            <a:ext cx="32461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>
                <a:solidFill>
                  <a:srgbClr val="F5F7FA"/>
                </a:solidFill>
                <a:latin typeface="微软雅黑"/>
              </a:rPr>
              <a:t>• 配额台账：期初 / 购入 / 出售 / 调整</a:t>
            </a:r>
            <a:endParaRPr sz="102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3648456"/>
            <a:ext cx="32461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>
                <a:solidFill>
                  <a:srgbClr val="F5F7FA"/>
                </a:solidFill>
                <a:latin typeface="微软雅黑"/>
              </a:rPr>
              <a:t>• 累计排放管理性预扣减</a:t>
            </a:r>
            <a:endParaRPr sz="102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4078224"/>
            <a:ext cx="32461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>
                <a:solidFill>
                  <a:srgbClr val="F5F7FA"/>
                </a:solidFill>
                <a:latin typeface="微软雅黑"/>
              </a:rPr>
              <a:t>• 预计可用配额余额</a:t>
            </a:r>
            <a:endParaRPr sz="102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4507992"/>
            <a:ext cx="32461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20" b="0">
                <a:solidFill>
                  <a:srgbClr val="F5F7FA"/>
                </a:solidFill>
                <a:latin typeface="微软雅黑"/>
              </a:rPr>
              <a:t>• 碳市场行情与资产总览</a:t>
            </a:r>
            <a:endParaRPr sz="1020" b="0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69264" y="5138928"/>
            <a:ext cx="3246120" cy="56692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257800"/>
            <a:ext cx="303580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>
                <a:solidFill>
                  <a:srgbClr val="27D7E8"/>
                </a:solidFill>
                <a:latin typeface="微软雅黑"/>
              </a:rPr>
              <a:t>预计余额 = 期初 + 购入 − 出售 − 累计预扣减</a:t>
            </a:r>
            <a:endParaRPr sz="93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626096" y="1783080"/>
            <a:ext cx="3703320" cy="3977639"/>
          </a:xfrm>
          <a:prstGeom prst="roundRect">
            <a:avLst/>
          </a:prstGeom>
          <a:solidFill>
            <a:srgbClr val="071723"/>
          </a:solidFill>
          <a:ln w="1651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91272" y="1956816"/>
            <a:ext cx="2651760" cy="32918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800" b="1">
                <a:solidFill>
                  <a:srgbClr val="FFF100"/>
                </a:solidFill>
                <a:latin typeface="微软雅黑"/>
              </a:rPr>
              <a:t>碳普惠成果管理</a:t>
            </a:r>
            <a:endParaRPr sz="18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891272" y="2276856"/>
            <a:ext cx="2971800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20" b="1">
                <a:solidFill>
                  <a:srgbClr val="35D2A0"/>
                </a:solidFill>
                <a:latin typeface="微软雅黑"/>
              </a:rPr>
              <a:t>聚焦认证结果与交易数据台账化记录</a:t>
            </a:r>
            <a:endParaRPr sz="1120" b="1">
              <a:solidFill>
                <a:srgbClr val="35D2A0"/>
              </a:solidFill>
              <a:latin typeface="微软雅黑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973568" y="2761488"/>
            <a:ext cx="2990088" cy="1024128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2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56448" y="2852928"/>
            <a:ext cx="2651760" cy="24688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320" b="1">
                <a:solidFill>
                  <a:srgbClr val="27D7E8"/>
                </a:solidFill>
                <a:latin typeface="微软雅黑"/>
              </a:rPr>
              <a:t>① 认证结果台账</a:t>
            </a:r>
            <a:endParaRPr sz="132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74736" y="3182112"/>
            <a:ext cx="2606040" cy="47548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微软雅黑"/>
              </a:rPr>
              <a:t>累计认证数量  ·  认证减排量
碳普惠成果情况</a:t>
            </a:r>
            <a:endParaRPr sz="110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7973568" y="3968496"/>
            <a:ext cx="2990088" cy="1188720"/>
          </a:xfrm>
          <a:prstGeom prst="roundRect">
            <a:avLst/>
          </a:prstGeom>
          <a:solidFill>
            <a:srgbClr val="06131C"/>
          </a:solidFill>
          <a:ln w="1270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56448" y="4059936"/>
            <a:ext cx="2651760" cy="24688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320" b="1">
                <a:solidFill>
                  <a:srgbClr val="35D2A0"/>
                </a:solidFill>
                <a:latin typeface="微软雅黑"/>
              </a:rPr>
              <a:t>② 交易数据台账</a:t>
            </a:r>
            <a:endParaRPr sz="1320" b="1">
              <a:solidFill>
                <a:srgbClr val="35D2A0"/>
              </a:solidFill>
              <a:latin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174736" y="4389120"/>
            <a:ext cx="2606040" cy="58521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/>
            <a:r>
              <a:rPr sz="1100" b="0">
                <a:solidFill>
                  <a:srgbClr val="B8C2CC"/>
                </a:solidFill>
                <a:latin typeface="微软雅黑"/>
              </a:rPr>
              <a:t>购买量  ·  出售量
交易时间  ·  交易价值</a:t>
            </a:r>
            <a:endParaRPr sz="110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19872" y="5294376"/>
            <a:ext cx="2743200" cy="21945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20" b="0">
                <a:solidFill>
                  <a:srgbClr val="FFF100"/>
                </a:solidFill>
                <a:latin typeface="微软雅黑"/>
              </a:rPr>
              <a:t>结果留痕 · 台账统计 · 绿色价值记录</a:t>
            </a:r>
            <a:endParaRPr sz="1020" b="0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4752340" y="6001004"/>
            <a:ext cx="7205472" cy="365760"/>
          </a:xfrm>
          <a:prstGeom prst="roundRect">
            <a:avLst/>
          </a:prstGeom>
          <a:solidFill>
            <a:srgbClr val="0B1720"/>
          </a:solidFill>
          <a:ln w="12700">
            <a:solidFill>
              <a:srgbClr val="FFA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3652" y="6024880"/>
            <a:ext cx="6967728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/>
            <a:r>
              <a:rPr sz="1000" b="1">
                <a:solidFill>
                  <a:srgbClr val="F5F7FA"/>
                </a:solidFill>
                <a:latin typeface="微软雅黑"/>
              </a:rPr>
              <a:t>能力边界｜平台不承载碳普惠项目申报、认证审核过程，仅记录认证成果及后续交易数据。</a:t>
            </a:r>
            <a:endParaRPr sz="1000" b="1">
              <a:solidFill>
                <a:srgbClr val="F5F7FA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25_shape0_图片 1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03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_shape2_Picture 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228600"/>
            <a:ext cx="2331720" cy="231750"/>
          </a:xfrm>
          <a:prstGeom prst="rect">
            <a:avLst/>
          </a:prstGeom>
        </p:spPr>
      </p:pic>
      <p:pic>
        <p:nvPicPr>
          <p:cNvPr id="5" name="Picture 4" descr="s1_shape8_图片 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9456"/>
            <a:ext cx="1298448" cy="612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987552"/>
            <a:ext cx="5486400" cy="384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FF100"/>
                </a:solidFill>
                <a:latin typeface="微软雅黑"/>
              </a:rPr>
              <a:t>节能减排</a:t>
            </a:r>
            <a:r>
              <a:rPr sz="2500" b="1">
                <a:solidFill>
                  <a:srgbClr val="F5F7FA"/>
                </a:solidFill>
                <a:latin typeface="微软雅黑"/>
              </a:rPr>
              <a:t>—</a:t>
            </a:r>
            <a:r>
              <a:rPr sz="2500" b="1">
                <a:solidFill>
                  <a:srgbClr val="F5F7FA"/>
                </a:solidFill>
                <a:latin typeface="微软雅黑"/>
              </a:rPr>
              <a:t>未来价值流</a:t>
            </a:r>
            <a:endParaRPr sz="25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1554480"/>
            <a:ext cx="521208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7D7E8"/>
                </a:solidFill>
                <a:latin typeface="微软雅黑"/>
              </a:rPr>
              <a:t>让碳数据真正进入经营管理</a:t>
            </a:r>
            <a:endParaRPr sz="1900" b="1">
              <a:solidFill>
                <a:srgbClr val="27D7E8"/>
              </a:solidFill>
              <a:latin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822960" y="2148840"/>
            <a:ext cx="393192" cy="393192"/>
          </a:xfrm>
          <a:prstGeom prst="ellipse">
            <a:avLst/>
          </a:prstGeom>
          <a:solidFill>
            <a:srgbClr val="06131C"/>
          </a:solidFill>
          <a:ln w="1524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9319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100"/>
                </a:solidFill>
                <a:latin typeface="微软雅黑"/>
              </a:rPr>
              <a:t>01</a:t>
            </a:r>
            <a:endParaRPr sz="11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2130552"/>
            <a:ext cx="23774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1">
                <a:solidFill>
                  <a:srgbClr val="F5F7FA"/>
                </a:solidFill>
                <a:latin typeface="微软雅黑"/>
              </a:rPr>
              <a:t>统一可信碳数据底座</a:t>
            </a:r>
            <a:endParaRPr sz="133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3320" y="2130552"/>
            <a:ext cx="23774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打通能源、生产、设备、采购、物流与供应链数据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2862072"/>
            <a:ext cx="393192" cy="393192"/>
          </a:xfrm>
          <a:prstGeom prst="ellipse">
            <a:avLst/>
          </a:prstGeom>
          <a:solidFill>
            <a:srgbClr val="06131C"/>
          </a:solidFill>
          <a:ln w="1524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39319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100"/>
                </a:solidFill>
                <a:latin typeface="微软雅黑"/>
              </a:rPr>
              <a:t>02</a:t>
            </a:r>
            <a:endParaRPr sz="11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843784"/>
            <a:ext cx="23774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1">
                <a:solidFill>
                  <a:srgbClr val="F5F7FA"/>
                </a:solidFill>
                <a:latin typeface="微软雅黑"/>
              </a:rPr>
              <a:t>组织 + 产品精细核算</a:t>
            </a:r>
            <a:endParaRPr sz="133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03320" y="2843784"/>
            <a:ext cx="23774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从企业、工厂穿透至工序、设备、产品与批次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22960" y="3575304"/>
            <a:ext cx="393192" cy="393192"/>
          </a:xfrm>
          <a:prstGeom prst="ellipse">
            <a:avLst/>
          </a:prstGeom>
          <a:solidFill>
            <a:srgbClr val="06131C"/>
          </a:solidFill>
          <a:ln w="1524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39319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100"/>
                </a:solidFill>
                <a:latin typeface="微软雅黑"/>
              </a:rPr>
              <a:t>03</a:t>
            </a:r>
            <a:endParaRPr sz="11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71600" y="3557016"/>
            <a:ext cx="23774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7FA"/>
                </a:solidFill>
                <a:latin typeface="微软雅黑"/>
              </a:rPr>
              <a:t>双碳路径与项目跟踪</a:t>
            </a:r>
            <a:endParaRPr sz="1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03320" y="3557016"/>
            <a:ext cx="23774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B8C2CC"/>
                </a:solidFill>
                <a:latin typeface="微软雅黑"/>
              </a:rPr>
              <a:t>规划目标与减排措施形成关联，记录项目阶段和投入成本，并跟踪实际减碳成效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22960" y="4288536"/>
            <a:ext cx="393192" cy="393192"/>
          </a:xfrm>
          <a:prstGeom prst="ellipse">
            <a:avLst/>
          </a:prstGeom>
          <a:solidFill>
            <a:srgbClr val="06131C"/>
          </a:solidFill>
          <a:ln w="1524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88536"/>
            <a:ext cx="39319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100"/>
                </a:solidFill>
                <a:latin typeface="微软雅黑"/>
              </a:rPr>
              <a:t>04</a:t>
            </a:r>
            <a:endParaRPr sz="11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1600" y="4270248"/>
            <a:ext cx="23774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30" b="1">
                <a:solidFill>
                  <a:srgbClr val="F5F7FA"/>
                </a:solidFill>
                <a:latin typeface="微软雅黑"/>
              </a:rPr>
              <a:t>履约与资产动态管控</a:t>
            </a:r>
            <a:endParaRPr sz="133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03320" y="4270248"/>
            <a:ext cx="23774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0" b="0">
                <a:solidFill>
                  <a:srgbClr val="B8C2CC"/>
                </a:solidFill>
                <a:latin typeface="微软雅黑"/>
              </a:rPr>
              <a:t>配额、交易、预扣减、预计余额形成统一视角</a:t>
            </a:r>
            <a:endParaRPr sz="92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22960" y="5001768"/>
            <a:ext cx="393192" cy="393192"/>
          </a:xfrm>
          <a:prstGeom prst="ellipse">
            <a:avLst/>
          </a:prstGeom>
          <a:solidFill>
            <a:srgbClr val="06131C"/>
          </a:solidFill>
          <a:ln w="15240">
            <a:solidFill>
              <a:srgbClr val="35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01768"/>
            <a:ext cx="393192" cy="3931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100"/>
                </a:solidFill>
                <a:latin typeface="微软雅黑"/>
              </a:rPr>
              <a:t>05</a:t>
            </a:r>
            <a:endParaRPr sz="1100" b="1">
              <a:solidFill>
                <a:srgbClr val="FFF100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1600" y="4983480"/>
            <a:ext cx="23774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5F7FA"/>
                </a:solidFill>
                <a:latin typeface="微软雅黑"/>
              </a:rPr>
              <a:t>碳普惠成果与交易记录</a:t>
            </a:r>
            <a:endParaRPr sz="1400" b="1">
              <a:solidFill>
                <a:srgbClr val="F5F7FA"/>
              </a:solidFill>
              <a:latin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3320" y="4983480"/>
            <a:ext cx="2377440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B8C2CC"/>
                </a:solidFill>
                <a:latin typeface="微软雅黑"/>
              </a:rPr>
              <a:t>对认证减排成果及购买、出售等交易数据进行统一记录</a:t>
            </a:r>
            <a:endParaRPr sz="1080" b="0">
              <a:solidFill>
                <a:srgbClr val="B8C2CC"/>
              </a:solidFill>
              <a:latin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" y="5870448"/>
            <a:ext cx="5358384" cy="566928"/>
          </a:xfrm>
          <a:prstGeom prst="roundRect">
            <a:avLst/>
          </a:prstGeom>
          <a:solidFill>
            <a:srgbClr val="082033"/>
          </a:solidFill>
          <a:ln w="13970">
            <a:solidFill>
              <a:srgbClr val="10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998464"/>
            <a:ext cx="507492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100"/>
                </a:solidFill>
                <a:latin typeface="微软雅黑"/>
              </a:rPr>
              <a:t>碳数据采集  →  精准核算  →  规划与跟踪  →  管理应用</a:t>
            </a:r>
            <a:endParaRPr sz="1450" b="1">
              <a:solidFill>
                <a:srgbClr val="FFF100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2803</Words>
  <Application>WPS 表格</Application>
  <PresentationFormat>宽屏</PresentationFormat>
  <Paragraphs>484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25</vt:i4>
      </vt:variant>
      <vt:variant>
        <vt:lpstr>幻灯片标题</vt:lpstr>
      </vt:variant>
      <vt:variant>
        <vt:i4>9</vt:i4>
      </vt:variant>
    </vt:vector>
  </HeadingPairs>
  <TitlesOfParts>
    <vt:vector size="49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汉仪书宋二KW</vt:lpstr>
      <vt:lpstr>Arial Unicode MS</vt:lpstr>
      <vt:lpstr>Calibri</vt:lpstr>
      <vt:lpstr>Helvetica Neue</vt:lpstr>
      <vt:lpstr>微软雅黑</vt:lpstr>
      <vt:lpstr>黑体</vt:lpstr>
      <vt:lpstr>汉仪中黑KW</vt:lpstr>
      <vt:lpstr>默认主题</vt:lpstr>
      <vt:lpstr>1_默认主题</vt:lpstr>
      <vt:lpstr>2_默认主题</vt:lpstr>
      <vt:lpstr>5_默认主题</vt:lpstr>
      <vt:lpstr>6_默认主题</vt:lpstr>
      <vt:lpstr>2_默认主题</vt:lpstr>
      <vt:lpstr>7_默认主题</vt:lpstr>
      <vt:lpstr>2_默认主题</vt:lpstr>
      <vt:lpstr>8_默认主题</vt:lpstr>
      <vt:lpstr>2_默认主题</vt:lpstr>
      <vt:lpstr>3_默认主题</vt:lpstr>
      <vt:lpstr>3_默认主题</vt:lpstr>
      <vt:lpstr>4_默认主题</vt:lpstr>
      <vt:lpstr>2_默认主题</vt:lpstr>
      <vt:lpstr>9_默认主题</vt:lpstr>
      <vt:lpstr>2_默认主题</vt:lpstr>
      <vt:lpstr>10_默认主题</vt:lpstr>
      <vt:lpstr>11_默认主题</vt:lpstr>
      <vt:lpstr>2_默认主题</vt:lpstr>
      <vt:lpstr>12_默认主题</vt:lpstr>
      <vt:lpstr>2_默认主题</vt:lpstr>
      <vt:lpstr>2_主题1</vt:lpstr>
      <vt:lpstr>14_默认主题</vt:lpstr>
      <vt:lpstr>13_默认主题</vt:lpstr>
      <vt:lpstr>15_默认主题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药药</cp:lastModifiedBy>
  <cp:revision>177</cp:revision>
  <dcterms:created xsi:type="dcterms:W3CDTF">2026-08-25T03:36:14Z</dcterms:created>
  <dcterms:modified xsi:type="dcterms:W3CDTF">2026-08-25T03:36:14Z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70793CE2DDB34826ABD0DA1989EB47B4_11</vt:lpwstr>
  </property>
</Properties>
</file>